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7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1295" r:id="rId5"/>
    <p:sldId id="1467" r:id="rId6"/>
    <p:sldId id="1389" r:id="rId7"/>
    <p:sldId id="1451" r:id="rId8"/>
    <p:sldId id="1393" r:id="rId9"/>
    <p:sldId id="1394" r:id="rId10"/>
    <p:sldId id="273" r:id="rId11"/>
    <p:sldId id="275" r:id="rId12"/>
    <p:sldId id="1454" r:id="rId13"/>
    <p:sldId id="274" r:id="rId14"/>
    <p:sldId id="1453" r:id="rId15"/>
    <p:sldId id="276" r:id="rId16"/>
    <p:sldId id="277" r:id="rId17"/>
    <p:sldId id="1455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92" r:id="rId26"/>
    <p:sldId id="1456" r:id="rId27"/>
    <p:sldId id="293" r:id="rId28"/>
    <p:sldId id="1457" r:id="rId29"/>
    <p:sldId id="1458" r:id="rId30"/>
    <p:sldId id="1459" r:id="rId31"/>
    <p:sldId id="294" r:id="rId32"/>
    <p:sldId id="295" r:id="rId33"/>
    <p:sldId id="1452" r:id="rId34"/>
    <p:sldId id="296" r:id="rId35"/>
    <p:sldId id="297" r:id="rId36"/>
    <p:sldId id="1460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1461" r:id="rId46"/>
    <p:sldId id="1462" r:id="rId47"/>
    <p:sldId id="1463" r:id="rId48"/>
    <p:sldId id="1464" r:id="rId49"/>
    <p:sldId id="1465" r:id="rId50"/>
    <p:sldId id="1466" r:id="rId51"/>
  </p:sldIdLst>
  <p:sldSz cx="19281775" cy="10440988"/>
  <p:notesSz cx="6858000" cy="9144000"/>
  <p:defaultTextStyle>
    <a:defPPr>
      <a:defRPr lang="en-US"/>
    </a:defPPr>
    <a:lvl1pPr marL="0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1pPr>
    <a:lvl2pPr marL="679450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2pPr>
    <a:lvl3pPr marL="1358265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3pPr>
    <a:lvl4pPr marL="2037715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4pPr>
    <a:lvl5pPr marL="2716530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5pPr>
    <a:lvl6pPr marL="3395980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6pPr>
    <a:lvl7pPr marL="4074795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7pPr>
    <a:lvl8pPr marL="4754245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8pPr>
    <a:lvl9pPr marL="5433695" algn="l" defTabSz="1358265" rtl="0" eaLnBrk="1" latinLnBrk="0" hangingPunct="1">
      <a:defRPr sz="267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9" userDrawn="1">
          <p15:clr>
            <a:srgbClr val="A4A3A4"/>
          </p15:clr>
        </p15:guide>
        <p15:guide id="2" pos="60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FF"/>
    <a:srgbClr val="0000FF"/>
    <a:srgbClr val="FF7A00"/>
    <a:srgbClr val="FFCC66"/>
    <a:srgbClr val="FFCC00"/>
    <a:srgbClr val="FF7E00"/>
    <a:srgbClr val="FDD36C"/>
    <a:srgbClr val="C9F7F0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2" autoAdjust="0"/>
    <p:restoredTop sz="95274" autoAdjust="0"/>
  </p:normalViewPr>
  <p:slideViewPr>
    <p:cSldViewPr showGuides="1">
      <p:cViewPr varScale="1">
        <p:scale>
          <a:sx n="56" d="100"/>
          <a:sy n="56" d="100"/>
        </p:scale>
        <p:origin x="370" y="53"/>
      </p:cViewPr>
      <p:guideLst>
        <p:guide orient="horz" pos="3289"/>
        <p:guide pos="60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51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D3926-5B91-4EE6-B182-AEC24CE9541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ADITYA ENGINEERING COLLEGE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75797-D37B-4691-A230-5EF1997A29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A88C3-1DBA-4381-9C4E-FA805D3ED3C4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3525" y="685800"/>
            <a:ext cx="63309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ADITYA ENGINEERING COLLEGE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A200C-B651-4D6F-9295-3DA95F323B4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1pPr>
    <a:lvl2pPr marL="679450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2pPr>
    <a:lvl3pPr marL="1358265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3pPr>
    <a:lvl4pPr marL="2037715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4pPr>
    <a:lvl5pPr marL="2716530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5pPr>
    <a:lvl6pPr marL="3395980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6pPr>
    <a:lvl7pPr marL="4074795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7pPr>
    <a:lvl8pPr marL="4754245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8pPr>
    <a:lvl9pPr marL="5433695" algn="l" defTabSz="1358265" rtl="0" eaLnBrk="1" latinLnBrk="0" hangingPunct="1">
      <a:defRPr sz="17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3525" y="685800"/>
            <a:ext cx="63309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A200C-B651-4D6F-9295-3DA95F323B42}" type="slidenum">
              <a:rPr lang="en-IN" smtClean="0"/>
              <a:t>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ADITYA ENGINEERING COLLEGE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ADITYA ENGINEERING COLLEGE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A200C-B651-4D6F-9295-3DA95F323B42}" type="slidenum">
              <a:rPr lang="en-IN" smtClean="0"/>
              <a:t>3</a:t>
            </a:fld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ADITYA ENGINEERING COLLEGE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A200C-B651-4D6F-9295-3DA95F323B42}" type="slidenum">
              <a:rPr lang="en-IN" smtClean="0"/>
              <a:t>4</a:t>
            </a:fld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/>
              <a:t>ADITYA ENGINEERING COLLEGE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A200C-B651-4D6F-9295-3DA95F323B42}" type="slidenum">
              <a:rPr lang="en-IN" smtClean="0"/>
              <a:t>5</a:t>
            </a:fld>
            <a:endParaRPr lang="en-I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ADITYA ENGINEERING COLLEGE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A200C-B651-4D6F-9295-3DA95F323B42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2273" y="5916560"/>
            <a:ext cx="13497244" cy="26682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64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29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93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58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22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87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51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16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093" y="2268166"/>
            <a:ext cx="17353599" cy="705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132" y="6709312"/>
            <a:ext cx="16389510" cy="2073697"/>
          </a:xfrm>
        </p:spPr>
        <p:txBody>
          <a:bodyPr anchor="t"/>
          <a:lstStyle>
            <a:lvl1pPr algn="l">
              <a:defRPr sz="406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3132" y="4425338"/>
            <a:ext cx="16389510" cy="2283965"/>
          </a:xfrm>
        </p:spPr>
        <p:txBody>
          <a:bodyPr anchor="b"/>
          <a:lstStyle>
            <a:lvl1pPr marL="0" indent="0">
              <a:buNone/>
              <a:defRPr sz="2030">
                <a:solidFill>
                  <a:schemeClr val="tx1">
                    <a:tint val="75000"/>
                  </a:schemeClr>
                </a:solidFill>
              </a:defRPr>
            </a:lvl1pPr>
            <a:lvl2pPr marL="464185" indent="0">
              <a:buNone/>
              <a:defRPr sz="1830">
                <a:solidFill>
                  <a:schemeClr val="tx1">
                    <a:tint val="75000"/>
                  </a:schemeClr>
                </a:solidFill>
              </a:defRPr>
            </a:lvl2pPr>
            <a:lvl3pPr marL="92900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39319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4pPr>
            <a:lvl5pPr marL="185801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5pPr>
            <a:lvl6pPr marL="232219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6pPr>
            <a:lvl7pPr marL="2787015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7pPr>
            <a:lvl8pPr marL="325120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8pPr>
            <a:lvl9pPr marL="3716020" indent="0">
              <a:buNone/>
              <a:defRPr sz="1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4090" y="2436242"/>
            <a:ext cx="8516117" cy="6890569"/>
          </a:xfrm>
        </p:spPr>
        <p:txBody>
          <a:bodyPr/>
          <a:lstStyle>
            <a:lvl1pPr>
              <a:defRPr sz="2845"/>
            </a:lvl1pPr>
            <a:lvl2pPr>
              <a:defRPr sz="2440"/>
            </a:lvl2pPr>
            <a:lvl3pPr>
              <a:defRPr sz="2030"/>
            </a:lvl3pPr>
            <a:lvl4pPr>
              <a:defRPr sz="1830"/>
            </a:lvl4pPr>
            <a:lvl5pPr>
              <a:defRPr sz="1830"/>
            </a:lvl5pPr>
            <a:lvl6pPr>
              <a:defRPr sz="1830"/>
            </a:lvl6pPr>
            <a:lvl7pPr>
              <a:defRPr sz="1830"/>
            </a:lvl7pPr>
            <a:lvl8pPr>
              <a:defRPr sz="1830"/>
            </a:lvl8pPr>
            <a:lvl9pPr>
              <a:defRPr sz="18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01572" y="2436242"/>
            <a:ext cx="8516117" cy="6890569"/>
          </a:xfrm>
        </p:spPr>
        <p:txBody>
          <a:bodyPr/>
          <a:lstStyle>
            <a:lvl1pPr>
              <a:defRPr sz="2845"/>
            </a:lvl1pPr>
            <a:lvl2pPr>
              <a:defRPr sz="2440"/>
            </a:lvl2pPr>
            <a:lvl3pPr>
              <a:defRPr sz="2030"/>
            </a:lvl3pPr>
            <a:lvl4pPr>
              <a:defRPr sz="1830"/>
            </a:lvl4pPr>
            <a:lvl5pPr>
              <a:defRPr sz="1830"/>
            </a:lvl5pPr>
            <a:lvl6pPr>
              <a:defRPr sz="1830"/>
            </a:lvl6pPr>
            <a:lvl7pPr>
              <a:defRPr sz="1830"/>
            </a:lvl7pPr>
            <a:lvl8pPr>
              <a:defRPr sz="1830"/>
            </a:lvl8pPr>
            <a:lvl9pPr>
              <a:defRPr sz="18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4092" y="2337139"/>
            <a:ext cx="8519466" cy="974008"/>
          </a:xfrm>
        </p:spPr>
        <p:txBody>
          <a:bodyPr anchor="b"/>
          <a:lstStyle>
            <a:lvl1pPr marL="0" indent="0">
              <a:buNone/>
              <a:defRPr sz="2440" b="1"/>
            </a:lvl1pPr>
            <a:lvl2pPr marL="464185" indent="0">
              <a:buNone/>
              <a:defRPr sz="2030" b="1"/>
            </a:lvl2pPr>
            <a:lvl3pPr marL="929005" indent="0">
              <a:buNone/>
              <a:defRPr sz="1830" b="1"/>
            </a:lvl3pPr>
            <a:lvl4pPr marL="1393190" indent="0">
              <a:buNone/>
              <a:defRPr sz="1625" b="1"/>
            </a:lvl4pPr>
            <a:lvl5pPr marL="1858010" indent="0">
              <a:buNone/>
              <a:defRPr sz="1625" b="1"/>
            </a:lvl5pPr>
            <a:lvl6pPr marL="2322195" indent="0">
              <a:buNone/>
              <a:defRPr sz="1625" b="1"/>
            </a:lvl6pPr>
            <a:lvl7pPr marL="2787015" indent="0">
              <a:buNone/>
              <a:defRPr sz="1625" b="1"/>
            </a:lvl7pPr>
            <a:lvl8pPr marL="3251200" indent="0">
              <a:buNone/>
              <a:defRPr sz="1625" b="1"/>
            </a:lvl8pPr>
            <a:lvl9pPr marL="3716020" indent="0">
              <a:buNone/>
              <a:defRPr sz="16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4092" y="3311147"/>
            <a:ext cx="8519466" cy="6015653"/>
          </a:xfrm>
        </p:spPr>
        <p:txBody>
          <a:bodyPr/>
          <a:lstStyle>
            <a:lvl1pPr>
              <a:defRPr sz="2440"/>
            </a:lvl1pPr>
            <a:lvl2pPr>
              <a:defRPr sz="2030"/>
            </a:lvl2pPr>
            <a:lvl3pPr>
              <a:defRPr sz="183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94874" y="2337139"/>
            <a:ext cx="8522814" cy="974008"/>
          </a:xfrm>
        </p:spPr>
        <p:txBody>
          <a:bodyPr anchor="b"/>
          <a:lstStyle>
            <a:lvl1pPr marL="0" indent="0">
              <a:buNone/>
              <a:defRPr sz="2440" b="1"/>
            </a:lvl1pPr>
            <a:lvl2pPr marL="464185" indent="0">
              <a:buNone/>
              <a:defRPr sz="2030" b="1"/>
            </a:lvl2pPr>
            <a:lvl3pPr marL="929005" indent="0">
              <a:buNone/>
              <a:defRPr sz="1830" b="1"/>
            </a:lvl3pPr>
            <a:lvl4pPr marL="1393190" indent="0">
              <a:buNone/>
              <a:defRPr sz="1625" b="1"/>
            </a:lvl4pPr>
            <a:lvl5pPr marL="1858010" indent="0">
              <a:buNone/>
              <a:defRPr sz="1625" b="1"/>
            </a:lvl5pPr>
            <a:lvl6pPr marL="2322195" indent="0">
              <a:buNone/>
              <a:defRPr sz="1625" b="1"/>
            </a:lvl6pPr>
            <a:lvl7pPr marL="2787015" indent="0">
              <a:buNone/>
              <a:defRPr sz="1625" b="1"/>
            </a:lvl7pPr>
            <a:lvl8pPr marL="3251200" indent="0">
              <a:buNone/>
              <a:defRPr sz="1625" b="1"/>
            </a:lvl8pPr>
            <a:lvl9pPr marL="3716020" indent="0">
              <a:buNone/>
              <a:defRPr sz="16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94874" y="3311147"/>
            <a:ext cx="8522814" cy="6015653"/>
          </a:xfrm>
        </p:spPr>
        <p:txBody>
          <a:bodyPr/>
          <a:lstStyle>
            <a:lvl1pPr>
              <a:defRPr sz="2440"/>
            </a:lvl1pPr>
            <a:lvl2pPr>
              <a:defRPr sz="2030"/>
            </a:lvl2pPr>
            <a:lvl3pPr>
              <a:defRPr sz="183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093" y="415710"/>
            <a:ext cx="6343571" cy="1769168"/>
          </a:xfrm>
        </p:spPr>
        <p:txBody>
          <a:bodyPr anchor="b"/>
          <a:lstStyle>
            <a:lvl1pPr algn="l">
              <a:defRPr sz="203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8647" y="415712"/>
            <a:ext cx="10779049" cy="8911094"/>
          </a:xfrm>
        </p:spPr>
        <p:txBody>
          <a:bodyPr/>
          <a:lstStyle>
            <a:lvl1pPr>
              <a:defRPr sz="3250"/>
            </a:lvl1pPr>
            <a:lvl2pPr>
              <a:defRPr sz="2845"/>
            </a:lvl2pPr>
            <a:lvl3pPr>
              <a:defRPr sz="2440"/>
            </a:lvl3pPr>
            <a:lvl4pPr>
              <a:defRPr sz="2030"/>
            </a:lvl4pPr>
            <a:lvl5pPr>
              <a:defRPr sz="2030"/>
            </a:lvl5pPr>
            <a:lvl6pPr>
              <a:defRPr sz="2030"/>
            </a:lvl6pPr>
            <a:lvl7pPr>
              <a:defRPr sz="2030"/>
            </a:lvl7pPr>
            <a:lvl8pPr>
              <a:defRPr sz="2030"/>
            </a:lvl8pPr>
            <a:lvl9pPr>
              <a:defRPr sz="20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4093" y="2184878"/>
            <a:ext cx="6343571" cy="7141926"/>
          </a:xfrm>
        </p:spPr>
        <p:txBody>
          <a:bodyPr/>
          <a:lstStyle>
            <a:lvl1pPr marL="0" indent="0">
              <a:buNone/>
              <a:defRPr sz="1420"/>
            </a:lvl1pPr>
            <a:lvl2pPr marL="464185" indent="0">
              <a:buNone/>
              <a:defRPr sz="1220"/>
            </a:lvl2pPr>
            <a:lvl3pPr marL="929005" indent="0">
              <a:buNone/>
              <a:defRPr sz="1015"/>
            </a:lvl3pPr>
            <a:lvl4pPr marL="1393190" indent="0">
              <a:buNone/>
              <a:defRPr sz="915"/>
            </a:lvl4pPr>
            <a:lvl5pPr marL="1858010" indent="0">
              <a:buNone/>
              <a:defRPr sz="915"/>
            </a:lvl5pPr>
            <a:lvl6pPr marL="2322195" indent="0">
              <a:buNone/>
              <a:defRPr sz="915"/>
            </a:lvl6pPr>
            <a:lvl7pPr marL="2787015" indent="0">
              <a:buNone/>
              <a:defRPr sz="915"/>
            </a:lvl7pPr>
            <a:lvl8pPr marL="3251200" indent="0">
              <a:buNone/>
              <a:defRPr sz="915"/>
            </a:lvl8pPr>
            <a:lvl9pPr marL="3716020" indent="0">
              <a:buNone/>
              <a:defRPr sz="9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364" y="7308696"/>
            <a:ext cx="11569065" cy="862833"/>
          </a:xfrm>
        </p:spPr>
        <p:txBody>
          <a:bodyPr anchor="b"/>
          <a:lstStyle>
            <a:lvl1pPr algn="l">
              <a:defRPr sz="203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79364" y="932922"/>
            <a:ext cx="11569065" cy="6264593"/>
          </a:xfrm>
        </p:spPr>
        <p:txBody>
          <a:bodyPr/>
          <a:lstStyle>
            <a:lvl1pPr marL="0" indent="0">
              <a:buNone/>
              <a:defRPr sz="3250"/>
            </a:lvl1pPr>
            <a:lvl2pPr marL="464185" indent="0">
              <a:buNone/>
              <a:defRPr sz="2845"/>
            </a:lvl2pPr>
            <a:lvl3pPr marL="929005" indent="0">
              <a:buNone/>
              <a:defRPr sz="2440"/>
            </a:lvl3pPr>
            <a:lvl4pPr marL="1393190" indent="0">
              <a:buNone/>
              <a:defRPr sz="2030"/>
            </a:lvl4pPr>
            <a:lvl5pPr marL="1858010" indent="0">
              <a:buNone/>
              <a:defRPr sz="2030"/>
            </a:lvl5pPr>
            <a:lvl6pPr marL="2322195" indent="0">
              <a:buNone/>
              <a:defRPr sz="2030"/>
            </a:lvl6pPr>
            <a:lvl7pPr marL="2787015" indent="0">
              <a:buNone/>
              <a:defRPr sz="2030"/>
            </a:lvl7pPr>
            <a:lvl8pPr marL="3251200" indent="0">
              <a:buNone/>
              <a:defRPr sz="2030"/>
            </a:lvl8pPr>
            <a:lvl9pPr marL="3716020" indent="0">
              <a:buNone/>
              <a:defRPr sz="203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364" y="8171529"/>
            <a:ext cx="11569065" cy="1225365"/>
          </a:xfrm>
        </p:spPr>
        <p:txBody>
          <a:bodyPr/>
          <a:lstStyle>
            <a:lvl1pPr marL="0" indent="0">
              <a:buNone/>
              <a:defRPr sz="1420"/>
            </a:lvl1pPr>
            <a:lvl2pPr marL="464185" indent="0">
              <a:buNone/>
              <a:defRPr sz="1220"/>
            </a:lvl2pPr>
            <a:lvl3pPr marL="929005" indent="0">
              <a:buNone/>
              <a:defRPr sz="1015"/>
            </a:lvl3pPr>
            <a:lvl4pPr marL="1393190" indent="0">
              <a:buNone/>
              <a:defRPr sz="915"/>
            </a:lvl4pPr>
            <a:lvl5pPr marL="1858010" indent="0">
              <a:buNone/>
              <a:defRPr sz="915"/>
            </a:lvl5pPr>
            <a:lvl6pPr marL="2322195" indent="0">
              <a:buNone/>
              <a:defRPr sz="915"/>
            </a:lvl6pPr>
            <a:lvl7pPr marL="2787015" indent="0">
              <a:buNone/>
              <a:defRPr sz="915"/>
            </a:lvl7pPr>
            <a:lvl8pPr marL="3251200" indent="0">
              <a:buNone/>
              <a:defRPr sz="915"/>
            </a:lvl8pPr>
            <a:lvl9pPr marL="3716020" indent="0">
              <a:buNone/>
              <a:defRPr sz="9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79290" y="418130"/>
            <a:ext cx="4338399" cy="8908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4090" y="418130"/>
            <a:ext cx="12693835" cy="8908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71" y="257625"/>
            <a:ext cx="1224136" cy="7260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70" b="0" i="0" u="heavy">
                <a:solidFill>
                  <a:srgbClr val="6F2F9F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50149" y="2616819"/>
            <a:ext cx="6110917" cy="7029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7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930114" y="2401427"/>
            <a:ext cx="8387572" cy="500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25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algn="ctr">
              <a:lnSpc>
                <a:spcPts val="1890"/>
              </a:lnSpc>
            </a:pPr>
            <a:endParaRPr lang="en-IN" spc="-8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20ADD-1F41-4C08-9451-725558453A81}" type="datetime1">
              <a:rPr lang="en-US" smtClean="0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4093" y="418125"/>
            <a:ext cx="17353599" cy="1740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4093" y="2436242"/>
            <a:ext cx="17353599" cy="6890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818609" y="9677256"/>
            <a:ext cx="4499082" cy="5558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logo with a sun and stars&#10;&#10;Description automatically generated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173"/>
            <a:ext cx="2148880" cy="16604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29005" rtl="0" eaLnBrk="1" latinLnBrk="0" hangingPunct="1">
        <a:spcBef>
          <a:spcPct val="0"/>
        </a:spcBef>
        <a:buNone/>
        <a:defRPr sz="44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8615" indent="-348615" algn="l" defTabSz="929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50" kern="1200">
          <a:solidFill>
            <a:schemeClr val="tx1"/>
          </a:solidFill>
          <a:latin typeface="+mn-lt"/>
          <a:ea typeface="+mn-ea"/>
          <a:cs typeface="+mn-cs"/>
        </a:defRPr>
      </a:lvl1pPr>
      <a:lvl2pPr marL="755015" indent="-290195" algn="l" defTabSz="929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845" kern="1200">
          <a:solidFill>
            <a:schemeClr val="tx1"/>
          </a:solidFill>
          <a:latin typeface="+mn-lt"/>
          <a:ea typeface="+mn-ea"/>
          <a:cs typeface="+mn-cs"/>
        </a:defRPr>
      </a:lvl2pPr>
      <a:lvl3pPr marL="1161415" indent="-232410" algn="l" defTabSz="929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3pPr>
      <a:lvl4pPr marL="1625600" indent="-232410" algn="l" defTabSz="929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030" kern="1200">
          <a:solidFill>
            <a:schemeClr val="tx1"/>
          </a:solidFill>
          <a:latin typeface="+mn-lt"/>
          <a:ea typeface="+mn-ea"/>
          <a:cs typeface="+mn-cs"/>
        </a:defRPr>
      </a:lvl4pPr>
      <a:lvl5pPr marL="2090420" indent="-232410" algn="l" defTabSz="929005" rtl="0" eaLnBrk="1" latinLnBrk="0" hangingPunct="1">
        <a:spcBef>
          <a:spcPct val="20000"/>
        </a:spcBef>
        <a:buFont typeface="Arial" panose="020B0604020202020204" pitchFamily="34" charset="0"/>
        <a:buChar char="»"/>
        <a:defRPr sz="2030" kern="1200">
          <a:solidFill>
            <a:schemeClr val="tx1"/>
          </a:solidFill>
          <a:latin typeface="+mn-lt"/>
          <a:ea typeface="+mn-ea"/>
          <a:cs typeface="+mn-cs"/>
        </a:defRPr>
      </a:lvl5pPr>
      <a:lvl6pPr marL="2554605" indent="-232410" algn="l" defTabSz="929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30" kern="1200">
          <a:solidFill>
            <a:schemeClr val="tx1"/>
          </a:solidFill>
          <a:latin typeface="+mn-lt"/>
          <a:ea typeface="+mn-ea"/>
          <a:cs typeface="+mn-cs"/>
        </a:defRPr>
      </a:lvl6pPr>
      <a:lvl7pPr marL="3019425" indent="-232410" algn="l" defTabSz="929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30" kern="1200">
          <a:solidFill>
            <a:schemeClr val="tx1"/>
          </a:solidFill>
          <a:latin typeface="+mn-lt"/>
          <a:ea typeface="+mn-ea"/>
          <a:cs typeface="+mn-cs"/>
        </a:defRPr>
      </a:lvl7pPr>
      <a:lvl8pPr marL="3483610" indent="-232410" algn="l" defTabSz="929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30" kern="1200">
          <a:solidFill>
            <a:schemeClr val="tx1"/>
          </a:solidFill>
          <a:latin typeface="+mn-lt"/>
          <a:ea typeface="+mn-ea"/>
          <a:cs typeface="+mn-cs"/>
        </a:defRPr>
      </a:lvl8pPr>
      <a:lvl9pPr marL="3948430" indent="-232410" algn="l" defTabSz="929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1pPr>
      <a:lvl2pPr marL="464185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2pPr>
      <a:lvl3pPr marL="929005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3pPr>
      <a:lvl4pPr marL="1393190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4pPr>
      <a:lvl5pPr marL="1858010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5pPr>
      <a:lvl6pPr marL="2322195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6pPr>
      <a:lvl7pPr marL="2787015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8pPr>
      <a:lvl9pPr marL="3716020" algn="l" defTabSz="92900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3203852" y="-1229"/>
            <a:ext cx="13582063" cy="1909355"/>
            <a:chOff x="2872135" y="47400"/>
            <a:chExt cx="13582063" cy="1909355"/>
          </a:xfrm>
        </p:grpSpPr>
        <p:grpSp>
          <p:nvGrpSpPr>
            <p:cNvPr id="4" name="Group 3"/>
            <p:cNvGrpSpPr/>
            <p:nvPr/>
          </p:nvGrpSpPr>
          <p:grpSpPr>
            <a:xfrm>
              <a:off x="2872135" y="47400"/>
              <a:ext cx="13582063" cy="1909355"/>
              <a:chOff x="4704978" y="719582"/>
              <a:chExt cx="3456384" cy="1077033"/>
            </a:xfrm>
          </p:grpSpPr>
          <p:pic>
            <p:nvPicPr>
              <p:cNvPr id="33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34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830" dirty="0"/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070949" y="396077"/>
              <a:ext cx="4572085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610"/>
                </a:spcBef>
                <a:buClr>
                  <a:srgbClr val="000000"/>
                </a:buClr>
                <a:defRPr/>
              </a:pPr>
              <a:r>
                <a:rPr lang="en-US" altLang="en-US" sz="38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  <a:ea typeface="Verdana" panose="020B0604030504040204" pitchFamily="34" charset="0"/>
                  <a:cs typeface="Arial Unicode MS" panose="020B0604020202020204" pitchFamily="34" charset="-128"/>
                  <a:sym typeface="Arial" panose="020B0604020202020204"/>
                </a:rPr>
                <a:t>Aditya University</a:t>
              </a:r>
              <a:endParaRPr lang="en-IN" altLang="en-US" sz="38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  <a:ea typeface="Verdana" panose="020B0604030504040204" pitchFamily="34" charset="0"/>
                <a:cs typeface="Arial Unicode MS" panose="020B0604020202020204" pitchFamily="34" charset="-128"/>
                <a:sym typeface="Arial" panose="020B0604020202020204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150935" y="1599871"/>
            <a:ext cx="19130840" cy="16038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" marR="7620" algn="ctr">
              <a:spcBef>
                <a:spcPts val="150"/>
              </a:spcBef>
            </a:pPr>
            <a:r>
              <a:rPr lang="en-US" sz="4000" b="1" spc="-62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FRESHMAN </a:t>
            </a:r>
            <a:r>
              <a:rPr lang="en-US" sz="4000" b="1" spc="-1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ENGINEERING </a:t>
            </a:r>
            <a:r>
              <a:rPr lang="en-US" sz="4000" b="1" spc="-16" dirty="0" smtClean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DEPARTMENT-II</a:t>
            </a:r>
            <a:endParaRPr lang="en-US" sz="4000" dirty="0">
              <a:solidFill>
                <a:srgbClr val="00206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AutoShape 3" descr="data:image/png;base64,%20iVBORw0KGgoAAAANSUhEUgAAAQgAAAEJCAYAAABoqrlaAAAAAXNSR0IArs4c6QAAAARnQU1BAACxjwv8YQUAAAAJcEhZcwAADsMAAA7DAcdvqGQAAMe2SURBVHhe7P0H2GVXeR4M37ue3tvb2/Sm0cxIMyogIQEyBgx2bMA2YMfGJe6xieOSOALc4pIQxw42jokNjsGAMcbYmC4kJNRnNJpe3t7Oe3rb55zdv3vtkXP9/3Xl8v9/CQhJPs/o6Jz3lF3Xcz/3vdaznoWRjWxkIxvZyEY2spGNbGQjG9nIRjaykY1sZCMb2chGNrKRjWxkIxvZyEY2spGNbGQjG9nIRjaykY1sZCMb2chGNrKRjWxkIxvZyEY2spGNbGQjG9nIRjaykY1sZCMb2chGNrKRjWxkIxvZyEY2spGNbGQjG9nIRjaykY1sZCMb2chGNrKRjWxkIxvZyEY2spGNbGQjG9nIRjaykY1sZCMb2chGNrKRjWxkIxvZyEY2spGNbGQjG9nIRjaykY1sZCMb2chGNrKRjWxkIxvZyEY2spGNbGQjG9nIRjaykY1sZCMb2chGNrKRjWxkIxvZyEY2spGNbGQjG9nIRjaykY1sZCMb2chGNrKRjWxkIxvZyEY2she7Sc89j+yfufn+/XK/f8u4JKWVaPTla8+9PbJ/5jYCiJERHC7nfd884Pvt7wX0SduLfTCsHfnEcx+P7J+xjQDin7kNBp99jazG75Z99TWqJt3s+ZLlOPiKprr/WpZvv/Tc10b2z9RGAPESNs/7XEySbH0wQDIc9nXHKRVU1TQkKSNZjU3HNdfvk3TlOxQ9dFJLJHX4NltEgr9D03Wdr2ja+G/765mz8szMQGzP95fDkjQ/DDY+sn8WNgKIl6jZ9pVX+VL7TkkyZnibQ3CUvZC1qCSFIoA68ActG/0rKTWszEOh86v8n5YA5BIbRRqO2+n78B6HN7koy91HfL/WUSQ9LCmRr0nSsZXndjOyl7iNAOIFbv5T79fa5Xj88x/8m86bP/5x97m3/0nzvIuHfcd/jy8N7vZhpnmbXVkxNFmS4A9tSIoKz9jy5ZAqeVqejSAMX/IIDjm+LvCRgI8eGUPLB8Que11gqHmuf8X1Im8JhU5ekySJn43spW7yc88je4HaxsODufpnL/3gzer4t/u+rz739j9pZv2Zu11r9Q7ZrWVVvy0rXlOTnBa8fhlOYxlu9SIk35I8n7dfCZE9jBEQ5iBJYwSHOF8LFdHj67Yk+9uSbG0lfW9Ycz33w+1Qf2sEDv98bAQQL0Cj9/0vZic58bgK/U3wpDdv/vivjT/39v/W/PMf040r//GkjP7rVL9TkOwWfKMO36wTHJrw6m34gx6ga/BDfFBVSFKEn7eIB5fgNM/Bs7a4oS4PgKRBJtPgwXhqGq7le4qSXiqiYD23u5H9M7ARQLzA7Ktv/tGjj7/tJ28Srx+4/37V1dRbfci75aGfdY2hHnzpf2O+fz5ul3BEiSR/SlZD3yKFErJP5/fo5L5NRjBwKC0MKBHe9GSGQBCD28nDvlyDvfgEzLXTGJ77DPoX/grD65+BtXoW1vYVuE1+XtukJGmPw9x6p9lffsNzu/wn7R9Bzn/ggYD1kP1I5wlgrQ/8xYL4e2QvDhv1QbxA7P7775fvM70Tyk73V8OxXD0zM/mQo9g1aei9JVTuvMncrP9RoyP94i1f/K32cz+BZfzNLaqkx6DIY96gk7ParTepsnVSy45H/XCawGADxhZ8r0MmMITUjfK9LLxtDWbDgnFuBxErAv2mCGyvxsbgILQgwfWrZBkKPE+Bli4STMhhZopQ4nk4vvRH9tD+jWj0NevPHcb/MgEKbFC+/7GPKctnr0wlp/efCI/lcxRG4Wa7vu7Uqt8ru1JICuurkqVuhPTEoiV3NwbuIOw4PTNk+43m+Hjjlre+tfbcJkf2TbYRQLwAbO1nPxpJz43Hr1Uf//Xo0PphRY5CjipWe9hrFOLZMb05dM1y6/7Zv3jXrz/3E0Z0Y9JW1v+DhM7rZa9HVVDOS4NtWYlJqpechCvnoTgdSoftgEF4q0lYKzKMZ1qQBhKGRg1Oy0VUzREIfPiOCz0bReRoGNJUF1ouBIcAY12XocRiCE+loR6Lw475m7CN79Ee/4NHpXsedJ47HHzm3nsPKoqiJ/N5o3Dq1fDXW++UoqFviRXiRS2bDXVbdau5uR4pb287OqLDZDyjSJretlyz7sluJp1LOKloohbKZ/5LWA09tq4NVg+/+c0jOfNNthFAfBPNf+oprfzU1muM8k6+3+v8UKSQuiOqhdGpVFApr0MLhzCZnkQymujInvqTqXe97c+f+ym8iw/tdXdP/LWqDQ6huwKneonhuwtJVeDLe+FVM3DWdxjV+/DqKvqXDQwWm1CiOlzXptTQCRBD+D2HDMGCpoWg6CGohTTcYRfhsTT6Rhf9ZgXJXAHJPXMIvyoPbxcGtlT94Non//hX9r/1wdrjb3rTmKT3f1AaardoPfkmO5JsRuYP9hTPPSzpUr5j9qDHY7jw1GlkMlmUN7egORqyyQJimRT6Vg+uZSOcCCOSz/pTB/ZV42F9Y7hV/oLadb5U2rVwRvrRN4wYxTfJRgDxPJv3mc+EkCxMWVVzX7/T/eHa6spRo1HPhVOJJKIarEYTlZU18DOM56cxSTYQTif6qq79+efu13/i4P0fV4bv/rh/YPGRm+VC8v1heeuYW76IQa8KhXdTs7LwF4vwn43B1Qd0dge27WFY7UBLymiUtzBsdeHTKaNyApnsGJrNDfTL2wQKH/r4OOLFAkLxJNqDVTj9JsKhNI8hg9xNexB+wzSG0fWzjlL9ucfe9eWzctl6fyKpvjYTHYvowzRahoNyr+nHklGpaw/QqGwhHk3AJBfQqYasHmWPJyGXHydD6aPf7yCSTKLZrlDmmJjafwBjExOI+J7pbHYbqf3zf61PTv1Z+nvveeq5Sziy59GU555H9jyY8ft/MyGPjd9T26j+nFFv/EL59JMHe1sbuUGnFeq3Glg9fx6rT57H5oVrSMfjyMcKjOxROmhIq1dayWb67ycm7zs8O/bv3/oTSsjep4WlO/1OOeY0G7DbLWjNEqTTM/BW0vATEaieHoxSaGocWkRDt1ZFleDT6ZKhrF5Ct1mDOTAQIxgYyyvoVsuUFgkChQnTNBCORGCtkXW4lB0DNhZDhVb3gRpc9O2VbtNcWX3w2e/2DXuP4amILRyCYVswnCHBoY/VaxfR4XEVS9PQEQbVBlKJDFJZMhHPRq9Zh+pL0ENRshoXnUYNluMhmkxgWGkpqi0lYqXc0ehM4fZf+ukf+dRv/Mmf9J67lCN7nmwEEM+D+fffL3/Hva8/6TiDt/SqlZ/ubO/ctX3xqVCvVVHoijDaHWzTQdevLMJqD5AbyyHiOtAZaXv2JozhDgyzkdP2yvvGT02/OZFRbtZjoVNetxHr15bR7y1DqoWhXTwMqRsHSNfRN6E4MpS2CnvQh+sMUL5wFt1GGb7vQI2GUB1uYOgYyM/vhazL8GM+EsUxKJaLSGGMB+6icoVAsrqKQauFQbMNf2cItacmtXoKCZTWr37uE05ns31LXzY1mRIiNT5BaaSjdOAAttcXiSM9GL0ugchCs7wDzVeCz6OhCEJ6BLbpYtjtY1BtokewUsJh6ASNQaUpaQSu7PSYquVzWV+KXvuNP/vDM89d0pE9TzYCiOfB3nrHfflwOPxLvub9eKfaHKutrsHsNjAcdGAMuhhaFlpkEKqeRIjO068uQxn2KQ0GsPQ6/HAXXqqL2dcciqWKScm1SM2bFfQ31xiFl6DZOaiVGYRaRUgEFXkgwe12IIU09K7TSfsVSg0DclhFdmEGqUIe84duRj4/g8mZfYjpwfwLuGT/IVnHcKeKcLaISGYCO1cfpyRpwB3YsPoGhkPKEyrTcKqwKz675/rilaee3m6tFvScv3vQ91GYXoCsybDIJCb3HUQokSAo1WEYnYAltLpt9AmIqk52o2pkC3G+loWMgqP5mFvYB/IUpCdnMHFoD+VODkoi78my/uFf++DvX3zuko7sebIRQHyDbfU335eprZT/vTOw397dakbEVElPsdGu7GDQ7cLm33wDsXARuhZCd/MSSokiSoU5SnULkk5nzERJ+2U6cgn+IARpGIPcBaStGOLdKbhLGuzrIcSUAgbDHvy2g1ZlCdtLF+DR+RoEEZ/7Sc6MIxpJIZUuYbheIwgpkBoOjK0qaotLcAYmnFYbLo8nEs/Ac3w4wzY69Q1IcojHCTiwEctk+MjD1qXyzX/x27+3de6TtzQa9SP9sqNOzewlKESxfu0cPNuG5smIRJKYKs5iYd9ezBw7gvTUGLQUz0FVyCCGcFULiiJD9hz4skcg8aCGIyjumka0SDkSiXV8RX7k1//0vz793GUd2fNkI4D4BlrnDz72Ms/Hh6urm/e11mtxLZuGH1LR2t4mQFRABUDHCCEcTiKWmIBEJ05Qgx+885WYvOkWhBg946USQtTu0eQC6TkBpOzA7cTg1lWglUDYzWN4kY5tDYP+hJ3lq1ApMRrV64zadf42jWJpFjojda+1A1WOwDNMSg4yBkN0YFoYmAP0By0kZigvIhoiZA/RfBG+5UArZhHiMcQmJnmwPhSygPzCAWTmDhC8wp9UX77r850HPvrKxfNbd7a6prT71M2YvuMgSgfnECqE0G7uYPXyZdQ2y6itVWD2+oAsBbKqtV1FY3MbA/Eer8vm8hqam1s8FxPJUgH52THE8lk40ZgLLfTZX/vj286++90f95+7vCN7HmwEEN8g27z/d/O2L73TcaVXtzd2oqFMGgqjpkcQ6BMc7MEgSGVWFGpuRnUxBGEPmpi56SgyB/bBTYYQn5tHdGIK0CJIFqaRyNBRGdn7ZB7la4tYufokHMeCHhJDlwodfArrpx9Do7yIjcXTGNh95KLjCCfT0AlOsXiKvqnA2KnDMgYECouOSbZAEMju343URAnhyVnIBBEtnYFPzSEjBKXjID0xC4lgkipOobT/KJyQMpAM4wvDR36/8cTpZ77nmWe3986duAkn3/RKbmsOqekx5MZKGD+wC3tuP0EWs4OV81dR3dhGeXUd1e0yOp0OGYmPXqNJoLrBHuSQTKLiYfLgHkwe3gPHtGB0hztaJPYFfebOZ567vCN7nmwEEN8ge+v4VNrTIt9ilBsn2ts1RKYLGBo9tFfWKS368OmoQvfzBRRNR2Isj8OveDly83sC5xGa3WS0bneo2fn9IfW/L8nU7WogSwaNNqxKm5p+B1o4QYmwiPb2GpKzE9AySfTaNWwSKHbWl9DZ2oDfIxhoMoa9Lp0wDEnToJTS8HwH0XQySJTyBkM43K7b62FQWUd3dRm9C5fhMto7rTrc/hC5XfsRmRxD9+qiZqxuOM7ByZvrdu9VsXQ2cuK2W7H36E0EPg1Wi9KhWoUqUfqQBWRnJpHfM4nta9dgEmiK8/NkR0XkpsbJciLQw2Fkp/IY2zuJ+SP7kC7k0V2ucFtKNRrLPaUP3b/+1Y+8b/PG1R3Z82UjgPgG2R+fP9N7+8Fb1qqb5V1yLJT3LCvUYfR0SNtF1LTpkD6ptkSgyM5Mo7gwS6mRoAzooVXZxpAg0DEMUvAtDNtdWENKCMsWqc7o87Uqy+jXqrB9A8jHsPXYE7h++SGUayuAFMbs7luw68S9dP4sLLOHeDaP1s4WBgSc9voaWUUC9FT6HwgMAzKKHsGjFdSMod6HmiWrEQAmk9ELULJ7KJw4hdjUNNrXr2Dp7ANwCt5M8eUH940fP5KaGStgjs4uQM+kdHAWl+B3upAGJrfpEiRKmNy/wHNU0Vlcg66HkZ8sQnEMZPJppFM55MfHEZVDsI0hLj5yGnat70dC6YeS++f+JJRKfu3dH3jv/8rcHNnzYyOA+AZY99lHS7/+3/5DMrdvtuCGvV4sG93frbYyTtuUs4enkdqdw9SxOUb6OIFhD4ozc0HikBgdqG6uw/QtmI6N3s4ODNLvbquFfp9ObLno1UWSE/3EtnHx0mlYTg8TB44AlAvVjVU07TZ2Vi9TPvSDDslsbgIzh28jS4misn4N1bWL6BstOASZaDIbSJtoOg9HURCfnIYSTyM6OQGz3eZHBIpEEqUjJ5HZfQADq4HVz34GfkyHshBD6fWHFL0Q0qWtKniAwTCoGJnwLUqFbg+KGiJbiZJQ6JBCfB2NI7d3DhtPPYvFx09j6/IFrC1dwtriMkGRkmNjE3ZvgGGjh+rqmqfb+OjE4V2/XVjY/5R819woB+KbYKNMyv9D8y49nJD2j8vAgu376769uLrgGZ0SPOkeWVHykJR7ZVXv+zrGnEE/0dpoxizSdzUsIx52EE7kYA800n8PqhJjJNfRrtZQ21xDv9UOsh3DIZ2OTCZBZ+0OOsFwaIWMYkLQ9WwaZ05/BbF4DHfe9+3Y+sIjcCkRIhPj3J4MR0RvX0YymUOutAupYgmy7MCmplezEcSjBTqjCZfav1tnxGfod8kiPEb73sYajArlRe0Sdp94HcZ3nYJayqC5eRU2wSpz6ghid47R8XswltcwaBkYtFuIuj4yd56AJEfg79RJJRxoqSxkAoobi0ArFCDFQlg/fwn/88d+hWynjD5MeI6HBFlKlOASpjwJK5Ghbjn/6S3f/52/MfnHf9z3n/KjOAFbkiTym5E9nzYCiP8D8x57LImJ+He6IfU+3+x30W5MKJaVcUzzdoKDqcYj4YBrU0L41PzSoI8u2cDQdeD1bWruCUbaBMwOt2VpBI0Yyssr2F5a5nf68EnLTTKAsBJFNkYt3utQbjTQstqodSqYyU8EcyfOnP8apqansOfoKVz+8oPQGx2ykhiihTFG7zBCBJ1MMs3vRpBMpaDJKp2XPCXiU97o6K7WYPQaGNTb0BwJJp1fooyhx9L5Xczechc8PUJJ0yWb8JFIlOjkIUy84ST8iAGzvIz6pUVYXRNOo4XYdAHFu26FNjEL89ISzKsr0Lj/0CylRywa8FWJTMXlpTnz5UewubGCnXIZSofn2rahOlEsX3gYyVjanN9100On3vITf5Iq7d0vmWZW7ncczQ/9ivRztw9HBWuePxsBxP+B2d3qK91B68OhfrfodZrwHctTXEcGgUDodzDyS0oI0FW4vgtX9BWsbzNWCkmfJ3uYg4sw6usrAXOApOHCY49jY/kq4ukkwnoI25QLdt9CJpaFL1F6NNaxe/4wrlSuomRFMRwy9ioDJHIZyNOTeOqLn0GUWBWPSuj3LHQlBeFIDGldJtvIIslHIpFGLJaCr7oBU/AHDoztGqQ+AaNFyaEnkCtOA9EwsvN7UK4uYaeyDkXMFiWr8QcD5O4+hv1vfx23raG/vIhupYXe9TUylh7G7z6J0ikyCLIVk5Kn9/DTBB4XicP7KZ982GQqqkrZEkrA4nXxeYksm+DiuSCUYenPHsbFJ7+MY6feiHR2YpiamHLVbFJWDSti9jqOa7vvVfeVPhT6vpPnb9yJkX2jbVQw5v/AZD18lyp5GUiMtCGV+l6VfccmUIjo64KUAF48ASdPSj29G8rUPLSpWcTm9sIi7YYXxrDeIaWngycTaFXrWFlexoC/F9E1zH/jxXl0nS6urp7HVnsLUW5PJBJNaRnYRhcGKb3VMqGpERKYGrJzc4zcRfQjEmQ6L7EJ1V4T6606Nmtr3MYmtpurKDcZ9RubaHd20NrZQISgkElNYnL/cczcfBvMZBhGyMOlKw9io3IObrgBy2vBtNtoGBXok2lIYQX17XWUV7ZgNHgs5QrUfAqR8SIjDpsUwSKUjCG2dxfC42PwTBN+twu324ZHluKUt6ASIFTfF9UwEYnI0IiTcV3H3vzNmEzNIdqww87WdszdrkTq5yltDEeR9fiPwtZ+xP741df7jw4P+Kt+5rlbMrJvkI06Kf9fmud783DMn1PQn3cYxX3qbgxNSOYQPhu9GOKTItTgsTgjdRT2Kqn4cgMOnRULs+hVBuhvtLC9tojrp59EujRGZ+1hZekaHZGRv1lDhGSkkJlCUgmTadgYWB2RjYBuvYb6zhaPwkUmnUEsriOS0lEV0iCbx9NLV+ARdIY8pKROKu/LwaiHTFYTDvO1OYBQRB6ZiWbLmCiJmZP7oSQS8EIKgWQJXbtKObOJoWTAD7uQZZfSg+BAp87dehjH3/Hd3E4fTQKaqmgwq010NraQPbQH2d3zZAh6MPCB/oCXQoMcjkBKiwQx0gUeIxERyJcgERj9aITblyDZA/R2JLS/fAVROQrJsLF15gnI2RR6ZDjbl5/ltaSwiIcct94seuXGKXtr+yZvpxH/5Z/9+fJvfPD3KdZG9o2wEUD8v7R/987vv8n3pbcpniPGDyGJhCdGdN/iMwWbT50vwrfvKbAvdTD4/HVYVyu80IzqNy3ApOOapOUr506jvL6IZq+NhcM3Q8zmlDQZ7a0t5MNppFJpOrcVJA8lwnFYBJF2vYEkHSyTTUPVJX7ew/XL53FpdREPrV5B1TCQUiQYhgmLVCSjqjDprA6BS1Y9Oi5ZzlBM846ilN0tlA06w23UjA1UO0sBKFgqH4oFVxFMyIdnDdHZrmLA/RduvYksIQeF2+5vVjBsdtG4eh1aKo707llEKI8oA+j0ynN5FRaUSIiMJgy5NM5HAXKhCCUqRjZUSBJpg8br5AxgPL6JnceeRcgXnEIhkJYRKhZQv34J1sCAnk7AbLZ0p9rIWe3GpG/0Dsq2dZNm9Ar3f+8P+f/2J/5V9zc/9AHjuds0sq+TjSTGP2GijqJ//rzuXf09hj/AvPbgcalV+QF/c6ngWSKbQSCCKAvvQgqxsVPfS2z8olJT/2sVOE+VobYoO5rUDRuMrJdMJCJ5yAeKjNJ10I1x7fxpXHj0yyiOlXD0xEncevR2lApjiMejyNOZxnNjcAlC5qCLMZFwlI7T2RnV3Tbagzqa3SZcXUaMwLRr3z4kdu/BsTe9HoVbjqK4fxdSKgHJGKLZoqP3TIjS9yQ52O5cwXbvIsrtJbT6W7DkIZlHD4ZtwKV0EuAAnlK/a6DXHiA8VoCaJVD1DAzIKET24/azFwloO3DIAoYEkPryBppkExblhBhGFfkVgllJbbKnWhmK0YbqDun+lGauw6vHa0dAcbds2Nc7QYdYbHYWhZO3IDpRQDibDTpOtSglWXUb5uIqBiILVORWWLYs+9as2+n+sNkc/lFo0/5O/0/PpMV9GtnXz0adlP+EiTUpbFs9BcV/JcL5pqIrN0uq9lapPdQ9h162MA8M2kCjLrKL4GkRyokurGsMZBUTuqlAIc22hxZs2wyYRWT/LJrZPh795Edw+WlKjLFZ2N0+tEgMCml3qOtiPJxFPJUj7jhwe9T4FmWK00W9thpUYZLTYYzddgQOgaFF5zVUGeNH9geToCYn4lAlG16vjn7HwvUHL+L0Zx/B6jPnkXT6KIyl6HA6wWMSkWwSWjiPJlmA1adEkkNwxQiGqkFRyALcAbrXKn6/0bXTN+2W9r3yZVppfi7IsVj50tfQWVpDKBlHcnYS0XQKeiqBcDyG8YVd0KNxaGoIYQIm6RR8wRj4mRSLMSxR/hBoxIiKa/YwfKyJ1hdX0Fhbw/Rt90Ci1CqffhSJ2Tlsn3ka+V27Ieei8AlwXltkfmahiUzQWcqsZBR6PIEB3DNaceKXtR848dnnbt/Ivg42khj/hL3r/Z/2lZ0na56kn5Qjse9R0snXSs2m4lJauJsb8NngPSUC32BMbMjoP7qN4dUmrI0mNOr/EBuvpkd5kekcvgSz3UVfjBrULOh+CFZrIFgKv6Ngp7aJrZVlbG6toV7f5mMLXdLsIaO/EgojlkshPpZAat8UTvzs9+PI29+Cmdtvx75778Kx+27HriOTBIcwoj61/5CsgowjHFUwe3QvDrzqnhv7UQaIFsM49K3Hsfvu47j1h34AU3e+CvHpWWiJGIxmHQ5lgRqhTJIdsoQWwaFXtScyvxM/tX9urDiZjSXiaG+UUT5zPsi+jIzRWVN0XjGXRHTU8rppBAPxWiUQyDxv0VcjJpPBsiBRngj5EcwtJxhRy8B+miBLVtJxOohSqohtlJ9+DNFCAcZODaFIEtn5BfhTaTKWTXiSF7AY37QpkwhAlFKeppakUPTCTx3/mbO/++D7RrUsv042YhD/f5jvr2asyxf+Xg3Hb/dtP5iR6Uc1eFsdmIx+XodiYbkZjPF7YhTDtxCOUQoQJGQlTAAgNWeENpqNgMKLac7go9lo4ZlzD2Czv4k2I2kpTekh6iX4JuVAB4rpI6HFUZqaxs3fei9mTh3A7BvvgR7TGHnrpOncFx1TrHkhSsNZ/K1ldODRCc2h6BORg+HNWGkXjIGP8sXzcLsrASDF8xnEc3nEi3vhxcbpu2Fce+DLaPA79eUr1na5+ZC5VV0L3brrfOLgzJWZfuLf5WLZO1zHwuoXv4bts+cRJWilZsYQIXMg5eCVujG0mizkyCBiyOZKiIQIoJRhHsWsrOt0dlHdKgwpLIaBlYBtGf+whvLlc3h26SFM7TqEVGQMg/UtjB04hfK50wTHIgp79iFyYBrDQQuVKxdgr9cQjUQRCmegJ9KIHt41SOzZ/3tKJPEe+S031hId2f+9/bPtgxD9C94zn4ttfOdvHlv76FrkH98Tzx+7/01U38CV7/vRybXv+q4I2utZ2TJVuduB3TGorbuk2QSEXg9S3YK12oIktqB5AT0W9NdjlOx1OqhtLWHz8lPYvPIMtleuMEJTzzMKi4lKakgm++jB6TQxJob4DuxHtlSAY5qISRJSsRA8dYDM/iQW3ngz9nzvfZClOuzGJTiVa3Dr1/l8FXa7zEcDw9YShr0tmL11svouQaSGTn0RvbVnEY1amDt5BGO3vJwRPwWzz3Pp17jvJaB9BWGljP33ncCdP/E2vOa3ftH6tt9+z5ff+eTSO277wZ96f1TKtULR+JQe0mBsl1FdXoQDC6FsFGo0HIBUwApMC/5gCIvXpd8UYNWHRaCyhiZlFkGUr21zEEwQE6DhDhxULl1AeecM6s4WfJWsg3cgIaRbRkxZX0Xfongg9pSXr6J/dgn6jo18Yg7FhX28jkk4zS56iysYXFuOGOcuGCNw+PraPzuJIcq/3f/THxyr/83n9lf+55O/qdv4wWStct8vv/G7Dg2+8OCBfzm99574tn/7jx686QfstnmXL4VT+W89VjdbzR90O8OM0ya1rTbgN2/MNfDWnaChy6S5vslI6asIJbKUBTE2bB0mHWdINrBz/Tram2WCh45YKsvv+cHcisrqVTQoCUQFpix/YydjuLCygqFrcfsuChNp3PX992LuFlJss0Vy0oFk8yGJKrCULgQZiOQsnWwlkiK7iCCcm4GenUIkv0AHTkMmDXdEbQivT6cukNrbZBwNaPTGIPoPxdAnQc51CFoKlEhWDkfnkj/59m/74r6jr6n+3Hd8SzymRV6tON7k5S8/jNrSKllChtvOQg4TbOw+j8knOPo8Zh6HrJE5qYgnkwQqXpNg2qowMeSqBn0cIkHMbBuoP3kR/SqlRW4aao+nMvAQzhcwfvQEOpUtlK8vIRJP8zh5HjEVtYuXEJFSiPFc3d4wAKbhkD/S9Ye0WPRTv/36m6+9+8EHhUoZ2dfB/lkAhP/+92vvfPt7cu96/Vt3W83M92O7+V2omz8k94Y3Rbv2Hm12fJ9hdu5aO/PEt3oD61Vur/1qp9Y8bg3M/dEThz9dX1o5Ihn9E3ZvkA4zXCoaZUMyDsWmo237ZBUO+vUehjWDlH4SEdLekBqjjNACMFBcRt5KFfXKGjQ28kxpHHo8HhSG3Vq8jNawjbZvk0WkgxmdofE4jt23D9O3zOHkv7gde+56GULJNNRkKgAG2RtConPLySypeiGQNqriQU1wu0nS+3gMoahKphBGhGChJPcSQApkNT6cxgUCQZdRvkaAcCFYgSz78BjdfUfm9hKQo/tl05TTdPzJMfdjZ47d/QMtp167r7tT2XPtiTNwhy4cOUaJ1EV5Q4xO6JB7KrcVghpRoIV0nnoE0XD0RkckgVDMDxEzV8UMVkXnVQxHUL+ygurjl4CBC00sGNx8jl24ZFCUP0N7EJSrE7NOowS67IG9PDZKE1lGrFhAfP9uJHbPIjRdvBaKpD5S+O8/+KcjcPj62kseILz/9NHIsKYzHA1+1m0Pfipqhu5TfP/l7dWNQuXKmfj20rNyas8BKBMlNK+eldy+K/XJEJpbK2Ja9UblwoV06/ryazLzRVUy+1nbEh1xbNB0VGOFEuJsnQpkCwMxy5IOForFSek3ULt6GTXSZ7GStuIoaKyvo0rK3O010B0yetOBivN70SxvYLssZmH2EaZQLxZTCM2HMHfbPA7efSt2n7wjGPqTNLZ7sTqWYBDukMFYRGWHDp2mtAkRMKiKxJqafPi+SNxqCT+Cr8d4DEM6pE5Wk+OxEyT6orbDKj8n2wndmJ9hCypvkwmREXhUnhfPP6Vvbi7tj2TnFh566MNzmY4f6W7Uj5SvbEixaAE+GUC9VeHxeCiFZxDtCybCw6JK86HD6RKwTI1gQkDw4ghFcjf6YyIErmiUJMYheyB7omzwBmbAvETNS08W5xSBbQwwsecEmZUNi5LLsU3oSgip2YXgc9mx+eB3+ZC7bjs6jP/9r/7Xj1589wff/Y90ZWRfB3vJAgTdSfpXv/O5mNbunpId6d2Dcus73ZV6ifE/3u12oRbTSn35WblN6p3ffRAq3aJXr8Kmo/a2t9CqrVECOBlJ93ZHDyXXY6WEY9YbY4Nuk1fNRTiWQvWpNmrXbtRW0ENstOkQnLCHYdxHjb+/cvqLMEDHL5Ugqjdt9C6g1d5BvVuGJ0mYnN2PWmMLtfXrKLsGMpE49h7fi5lX3oL5l59Ebmae+6GXCzlBeeDbYkFdmc6pEhREkpHOiGwxMouOzyRBIsIHI7XC92SXv3ODSWFibpMEgobsQYlNUgYolBxrdMIVKIrEzdBhXQ8OnV1MMlN8i7S9hU98+mOKpOv7B9vNI0lDPaUPopLZdYJaFiKfwmNk33PsDmQy4yjtPcDj8zE0h6iuVrHx6GVexzYqa9sY9Hn8dpiAEQJPk8elwKWE6p8h+2grGLQ6GBIkSC3Qau0AYY3HyHO0HBRm9gUdnEarRiXUIia6iCZiiO6ZocQYYHBxFdZW+3wimf1r6d8cXH33u999owGM7OtiL1mAEM3kPfe89h3O0Pw3Zrt3vLGyqnfslmTnSP1JYeP5osjMo0aWkRibxaDTQWtnGx6dr0fQaA+qjKMaiofHlfTBfDGkqhODXhMtYxORTAzOYhztCwNECnm2Yxc9Nl6H9Fg4Tp/fcyIS6rWNYJhofuo46LN0LDpPr4LtYRUmHXLPzbdgbfsiFq+dgRMLYe+33YHj33Yr5u48iuRknjjUgOyT+tPBfREXZdEhSGAQAEGqDpXMgdFfcGqfEkVya3xPAITol+B3VT5EtqL4vShTQ++UpCHBJMpfKDBrF6ASHES6sy8Sl+QoFC3O70jI770DthfFM08/BKfZixxJ78HM3FFEczmkpmcJTDL23/ZK5Kb3Ij29QDkTQ3gihxivh0QJlkgRNOPcNh29X2vCaDRQW1lCY3EDRq0RFO1dv3AGucwUjHYFpuORKdgYUG65io/EeBHOYEjwigT3Kj45hsbSVXI3h+fO68xT1CjTlLF8R/K1p8PZ6F/Jrz/wv9YtHdnXx16SAOHf/wfxd971hn+pevo7lI573OoPQ5evPsUG36d+91GYWgikQG31GiMXqTUbW7dWhtFv8Ip4GLTbjHq2qFQALyMhe3BeTpb2B3Mi7IEoLLsL5jp1fyyKXq2O+tpaUORle2sVq9fO8wBkzN96N7qL1+nkEqYOncD2pfNB2Xehx9sWHTWexN7Jg6g312FYLUy++jbc+YNvwO7bD/L3bXi9HTrtkOBAZAgTCOgoCOSCGDqltlfTfCZrkMVy3fzb47O7TQawyb8JgtIYHyKxkNRfEomgPEmvB9nYIQDokCk39MLdCI+9jOyhLxCG4BgLCryo6Sx/ksLuPXcjKqi+m8OYNsXt69AzBTREEZutKiqra9g6fxVGuYweH4NOl0wqTOdls4qFCRglhDNZRGJJxDM5RLMZxLMlaIYfFJdZfuqr6HYq3KzC/SrBuRjDJu+TTaCKIJzKwBkOeG4a4pRZajyCdn0tSBG3+2KiWgi6WGMjl6lTi/g/8dofu/Q7r/gz590PvnvUD/F1spccQFR/628SrqX+VDSa+UHdTRzvbFTkdrcTNMBoJo10egJhMYFIk9FtbjOatYKGZvTqGDC6ikbeJ+Xtk2UMPUYwOlYsU3CixVSroM9Fou0ClG6BtNhEOJuGZJNqD7voDjtYXr+M9fYa/LCKqdwUqW9NQAwmjh4JZlBuXL0czEHwqaez+QnsnT2A0GQCWYLCK37m7Zi79RBpc4tAQmgSE52iSUZ+am1GYdGXAVdIDMoFRngBCkQZMhSbICKiapg+TmkBOpRS5GfTvBpZPsT3BGDE+R3BJkhlnAYBJwE1dYhAkANE/0B8hr/Tg85EECQknfu2h5AWK4hXRDXtHqrlHSxePY3FZ84QKG04toN4JBNcA8G29GiY+1fIHlI8TzYtgrFIlJIoheRkFKF0HOn5BZT27wvyQFqbKzyWIWLFPME2iX63B9sawrUt+A5/x3+uWLPP4flR/ogp6H2jSVAX63nyXMnc9JatyhuDeV/R+yEJm0p/cevdT/wF9dXIvh72kgOIX733zXOSJ9+vK8mbrR2L1J80PaIglqRDMHIa1QbMrkG9PUBt6Rpki5QcETS7laB/QLbYKF2fUb4Bi84mJkxF/cSlyHT2/Vo9Mi5vKQVdTmPYb2Hs8HFEVTpDKITGoI5zi1+DST/O50rIhzPBLMfCrj2IjY9haemZoKwa4YSONcQkWYxImx7/zrtx4IffiniuAG9Qo0MRHJwO/YZOTOpvd9Z4TB06rweJ0kQMG4qJYIIlSGQHEsGByp/v0YkgSsp7ZB5icqOQIQIYUnzNkCuyOUXoFXdc1LEU80dE/4WzSucjo3HIrgQ48HwRSvLrEfR2ytj56jPgqcGVFETyKaxduQJ/KEYVExjYNjbLZECiyG3fQLNRxbBj8NoM0KR8q25V4JExiU4E2eeORbWqSg3RYhbJqWmkpibJSBKIZMlYeB/EqmJiBqjIE4mQYRELYfb7MA0er2NRWXiIpvIw6jWYZDFYbSLSlKHnEq6cjj1iJ6W/jPznNxBFR/b1MraIl475P/OnaX+j+7LhanmmvbyKXnMtoM+6iMO9Idplav92F+3tbSw+8Rg6201S4lSw2EyX1NszHYIDMKADicpODp3Zp/jf2lqq9DeNz7V2Gq3V5We9Tq+CcDpHp9VIe5NBj7wouaaRmeSzeSxM7UGbzlVvlClfJJQ31tBqNtEL5lQMgwrOkxO7SMN5A4T/8jY4YuSBzuHaQsbUoeV23xhRGBqwW4twamd4fH2SiB1+36bj83y5bc/t8QUZEeWT5A6AHqNy86tA/dOQel/gewQAn84vem2Fk4LSQ8+JqSOM0pQxfYJWd4vBXhRwCfFBxsHzkshIRE3MK489hNrOFlRS+WAti2oLA4MyiaCwUdtCYnqc5xCGYXcx5Lkl0mlEIgk0t+tYvnwFT3ztAZx+7EEsXjyHytZWUClr/SxfX7uG0sIhLNz7rZg69fKgI7JRXkaE56zE44iO5QJgTRYnCewaj2UTOxfOor++iWS0gMiAx1jtIUwmYmyXO93TlyvJTsb0/+MXUmJY2//Yx8TJjuz/0l5SF/EXXv+D3+E7zv3ywJy0RCd/JolGrSyYLsSKVpaYFWka6FptRnEboXCcUXCISmeVDrwt1oVBx2miPtwBBQbhgQ4oIDSstuWU9OFJf1cqms7cHS4VGe0dRtQ8zGoZjY1raA23MHBMjLFBR7nzIWWKktBg04k31q6iWd2GZQ6CIrPxdApTs4dgJruI7dUYsD1GTpNRUkwb70JNFvmYCEBApnPDqkEKF8lUSlAEpRcVnnznBnswL9PTeaQ2I2p/E16Xf7fPMmpHiHQbxJIqLwRliUq5IYlOSjINAuCNzk2yiH6bUZ7NQItBllwossJzFut16KidO43a6XXYDOAhsh2xwE6rXsfU3j1wyFQ6ZhczlFI5Oc7jUlGkbBLMYmxuhkBooGW2sN5d5aZjmBifRJ2RPxrlfjwKIV6f7g7/jqWQmZ5C6/J11NZX4Eh+IK8cHotKSSL6IcJkNKqYWiryTuoNxCcmkUxnEctlMSxo8PMJv/gtp857Bf/lnm19u9PQ7jL64cX/+MWPNG60jJH9n9pLBiCaf/LIMR3hP9V61uyAVD5Y4o56X5RmG9LpMuNTfOZrAoQYqQ+Bepm+UmttotpZp1RIExAUbA6XIZatN0m3HZEZyCvkKH69Xat+6OQdbyqGYtE7Q5FkxDZt9LbpkPx8UKcThqNIZQooFCcQckKM1kSWaDxY28Lo1rnfDgaCzVCTj0/sRqI0gfDhJFIHcwhF6OBi0RidlEIUXJH4txjm42vJqVNitLgtARgqAYPgYNDxtXwgCSSnHbzv97fhGdvwpQTkzGvo9JRHndMEHNEnYUPm9iVtnFgi5MWQD9GxSaczxGK+3G44CSkU5snaZBYED9L5tcceQGtZpEu7iMWzyI3PYuHorUgls7D6JmprG3DFsCYlkcxrp9ge1ndWURUdrJJE+ZDDUnOL388hX8gFadNpXiOLMsbu2ZQJnQCk9KiOGJlHjYwjls7DC3FrsRDURBR6OkLw4bFG+JyIQYlGXElV6pFs7tn0wWknuX86Xtg7G3bM/kl3aB/ggU15nn9mxXX+4X0Pfpx6aWT/N/aSAYhfueutr9W1zHf7liUPrR6BwQgmPokKTZY3gJIMI5UvwukP2ZCVYOrwdmURO71VOm4HISmMllNjw6ZjiqFBNl0zGFrkf7q81k6Zn3zdy34gQZ39psbmtjZs91DfWkenvEkHpKOaEuLRLFKxHOl4nJJBwnBA/dzrQFRt1ujsSTWGiBbBnr13QM/HEbsljdgUG72u8fiKYkdw6ORBZ6KWIpDRMYJoz+1Hc5BFEoGxBbu/Dl/l32JkI8TfEdxEv4NMAFDSd0AabpBJXILTWyalXyVrMAksLZ7WDL9LiUGTZAKHvIdgs0zQIFWJE3DEHBJRJYvbG7bauPTFB2HUfAKcCT2eRpbgl8mR+keT6BMYTp97HIlcCmOJMUxnp6FRljy1cRFXG2sYig7OSBI1yo6uNURxfAKXrl7ARGkWaW5DrPfRoFxw+U8rpSgtYjwWXnPKJDdiI1rIIpSKIVbIIFFMk4VEgqnjUiImhXKpj8uR6EdKU6U/V5KxNWcwbPuK9GXyoX9Q4L4n/J63fOS/Pfhxe5QR8X9vLwmA6Nz/F/mQr3+/2h3cWt+4ysjFBieSk6gZghwCMglbpCjrClSK7/bKJjZXL6JODT6Q+hhLzSGRyNPJVTZXD4xA6AmRwd8GFZkc19NnDz897kZfVV1fPdmqVWWxAE6v2SSr34ZJMOoO6jCsDr+soT8coFvbCQrDagScXKaIrBjvb9VIlxPITczBjVpIHM8hMVeEJla6Iqi4dCqr9izUeBFKeJJAkQscXyJrkAkaHvdhNa7DqF+ComWhJXfx3GIEAIKJH6GDkz3IbfiUSB6ZgUvZI7IQeVIBu5AS8zwmgqAikqYILh5dit8V06bl5CR8u0eV00OIYFRdXho+8Q+PeGbTVap0ZJ/XLT89iUwxz2uq4WvPPI6nLj4Jk6xAJXPIxdJ0bgfrVh0TBJPxcA43FfaK+WsIk809vXEJV3bWg/kmh44dQ311Fe1anedNLpPVoJHNhZ0oLNmgOhpCJauIJhNI5glIE0kvPpn1I/nkFT0aWZYdeYwscK9nmc84qvxA7Oe//b+r1vYX9e/7lofUBw6LTpogD2Zk//f2kgCI33zwr/u/cOsbDvZa5WJ/Z61Uv34tGBqkmqVMGMKhh5iDHvodRvNKJ1iKLpxhdEomsTB+E/K33YLYZA7XV06jPqiiIw0JDy7JgyTSi0iJpcSBwt67xjNjd5fXVlWjS8bB34rVoay2KBmvo9OrkaYrsOttdJZWg8zKVJKSY2wy6OCrt8sYGG3ki9OMigUYdhXFe04gvf8474JgLSopv0xHXqfzK5Aj+7j/FEGCCOU2KCU6sOoXYLRXoCcW+BiHRCARyU2STZYhhhoIJJIehz9owO3vwLaaMPsbdLYFsoQw1OytVBenKZuIGG6EgNCAx889MdqhhIL8BTW2R0xZN5dOP3J56fzicnenOT1oGlJlp0LKT+nE69GsNZBKZLG6cR2K7/GYGqJ2BEKULHfceidQ7yMhJwIWoVgESTvoIYUx6CCuhTDFa1JdJ8uoU/rlMijeNImYlobTsolZNhAh6OgqookkwumErSeTZyLp2G/FDpY+mi4l/4tbsR9WFXnZ172b3L45V/u7B5YXz3SNyadvGQ1vfp1NdMG9JCx2ovjflEzsfZH5ybXs5CQ6O1vYPnsGW6efQHdlGWj0oLUsdOmow5iFyEwR8Zlp2AfG0Q15sMWK2CEfDVEoxbMID6KD0ociuZQfnjQ/sXdCU8KKGH5TIyFYThchamIvrFIXh5DNTcLtDoKSbLGxEpJkMJmpEtpuG1utDZjOAHo4hLG5veh1aigvX4ajCOjK0qmniA85yoVJaPmX82xI8z0x50MMT4bovOFgtMHz6cSxA9An3gh98o0EkgxksV6n16XDd8k2XLKBNsCoTi0Bj+FZLOU/6O5AKd1FAKDztR/g5qsEB49s5Ql+l6AiciisFhyrzzAeoZNacjwT6o7tKXlaQndFTcv+oIuHH3kIlRoBxR8iQjb2L97wXZjLj2FqahZWxEN1WMPytXOYnp3F/MwCEmleKwLP3P5jmC3OY4KvHdVHNJfE9vZqwOiKx3chsT+PbmuTkq4PNRRFMj6GZDZC4DU9ybMe1WPS96Xf+MY/CB9/2Wfku+/ezv/7tzxR/LW3f8zdNfgjJ+o+LGdCU3qulhUwJNrCyL5+9pIBCOnN9/SSY7Ofjidm/ofi6kioYeRmZjF+6GboYj6CITHyVRHbN4fDP/IvMXbPXZh+47fBDoex+OwZOpqKY7ffh6m5A0HBV5ttzXJFgrLEBn8Q+fQY6bSPUCyBeJb6OJ6g7yrYe9c9KBw7gLmX34mJm44jf/QI9JkCyKVRHmyjYTWCHn5RBzJTmAwKylTXr8LtDGBv7kCylgMg8HxRLzJNB5mEopMZ2BsEiQ2eGR3e7YkpElByJxE98IvQivcGVZVEP4nEz3xKHFF/wmWEdrsVuGY3GLnxEWHg5r71CWiJOUookfodJyCU4Nga5UodviMSoiyIykwqHVMisLhGTWtuXzoeCrdOqVFP0SI6dy6j06zjzLln4JIpLV6/HHhjMp9FIhnHVGkGd77yW3HqNa/D3JGj8Ak0oUgimPdRLa9ja+0qNocdyJR/Dz/9ENZ7FUyfuBkHb74bueQ8elETjmvdGEHxE4gpWTFyMXRb9rZ1jvTsf2Pj3/fjlYl//0NPIT48f+S+O+pi5Pe5j0b2dbKXDEAIk3/qZVtmpyY7mtTuOTaGXUZ5anNnaKNaW4e+Zwy5l92OvumiR+ornE4s2rLdKOPq2acxkZvHy29/LY4cuR0Dvt8TGp2UePfUHtL2PlqtLX7fobSI0pkpP1wTjXYVzYGBa08+jhYdrk0N7iYp73OM7GkZsVIqSLiSNAnF6QV0WmW0Kuuk2nmEZQJRc4tRnEAgiajPYyLVFmDh8z3fWmc0b8Nvr8I26pQdpWCOliRYAx0IBBafJyFGLNx+h0BBgOhRXtDhRT+KqM+gpw8jPnUv/Zsiv79GQOA+RMLS+l/Bsobw1AzPidugBAjKtzl9lDeuoLGzFut2dkIDqya5BKNIJBKMwGxfX8Ti+bPBqMwjX30Aa9tbZEoFJMczCJcScHmez5x/Co8/9SDOnHkCW40tXFs7j83mGk7ddAq3zh3Cs+fOBhWijr/uW5AqFVHfWEUtSpZVGELjPmzDQb8tptG70cGW8Ybmxs7bfV8MC/3vbead7xxI99wjMsVG9nW2l8woRvW3/iTxzv13vdbsG291EvpuKSZL0LVgvcvNlatooYPU4b3wFB2DgQlblmFTdhh06uXychDR5b6H3NgUxgslNDoVtBiZ46ksDs8fQYfsY0AaLiYJyQxUovCJ51vod2vYXqJDra2ivr6KbqMCy+7T4SgfSM2dIG3YIosJIR3JYWflCsJ6DLk5UvCbCwhlRVaikM50UCVP76fT+31IvaeJMnybx2t36TzNZXhmDYpbp+zh52KMVhVHYgFDsaamQYlhEiyGcClnPJvMgjJILZ5CdOoeKGLko7MIP3oTJdEheNx+PHeEbCLFB4FErJ9pWujV1nD5qU+h16pRciiobJdB7CHLILdgdNf0EK9pFdFQGGGV12AwQG1jB41KFetrK9ipbOKpxx+GmowFoxfjC/M8QhPHjr8MESmCR7/yOUzs2Y3Xv/ntmChOEY9crA2ewnl8CkoMSMli2UDdcbSh74Us2dJghLRowv7Sk3//nx/9PDXQyJ5Pe0kAxNY73nMgnh47Jg/0d/iqNmdFBo1MIZmLjWUY6UzGbxPqzAS8ZBKNZg3dnoFapYw4na9EMJDNIaIeW6LZZyON0PmVICprjOSiSOv8xG46pIpGY4fOQlpu21AZylUCkDDHMgNQsF2bWr2DDllFqy5GEKzgArsONXskRuo+RL/WRn5sNpilmH3ZFCIFDU53i4xErCExSWcl5ffJOETnYfMcJUeOjtvEoL6IndUrMCrXoTsVemwXCtmNTBSReKw+j90TQ4QWn5128BslNYfI5Kug2HV49adg+zrk9El+ZxlapAA9cZDf68Mxq6htXsDipa/i/BN/g059DaqaJAAKxu6h1enBGqhUVFGEwzECFGUIWZltOkGBXT0U5bmL2aIeLMPC9PwuTBIA9xw6gkQ8ibnx3ejt1NEisOx72UmcvO0VmM1MIq7GyXBSeKr+l7junva6MNb8SPSTk6H5Lw/VbsXxjKYsaY9F9Ug5fGTuyf/0qU+0ggs+sufNXvQAsf22+4uSGpoPS4lDviRvmCHvD7VktKRBm9hu7MSavo0eG7QXC2NjcxWbpLO9fg+Xls6hGMsF0VPMEQirESxtXhMTFjFoN4JOOVWXGfkVROjM05MHyAYcDPn+wOjC4jbEug6ik1D00HuM5WISlkUntWCgY7TQ7DRQa1bQ7rRQq23SoYZBUVdR0l6sqxnZnUd0PEwnZYhWJUjRPCRSfkkRMsOAWX8S7qBM1hIl5d7G0oXzJAvczmCDjliDTMagyQokMhTXMvgQjrxNgCBg8CjCU3dBzxyCvfMQI3UV2ti/gJKY41VrQIvNwRZL9nfX0e2sDy+fP11dWjrbdsy2F9bDYZVMQUwxj8Rl9BnlzS6haCimrqnwyRxCYX5OABEFYtqiUK6m8rxSmN13SMzGRnVtHdurS9i5fg0NshCPYLnnyE3YNbkXKS+C+tIK5JCMauQ8znY+CcvhuUTClcF471fe8DMf+dDWlS99xWqbn062Y24sHjumy+qDv/P5T9dv3PWRPV/2ogeIU/uKw/iuTHXyN376q/Z/drpSRHn7oNk93lku764MmlATpNCaBtMeoLWxCYXSoCSyGHnqYuXszY0lmKTCAzrZ2tZ16nYLKiNjq1WFQw8RK18ZlCTpZAG75g+Lmdywqdktbm/Q7dBRxSiAgpAo8yaKxgTVnWlBR6dL9iAqTJtQTP5tWRgbo4MSDNrcV2ghjezBKR6JSRCQIEdFwZfwjbwGJcO7E2JM/RSZAb9f3UJlbYfMwSBwUVYIVRL0PxAYhs0AFCyCgEzHl0N5hEqHKV/2Ylh+jFLDQWjizdwvnbp/mdcjDbc/sBobj1+xhtWPVtqD393YXPvYoNf8I00Nn0lGp22igEbIyhs87lhxjGCiot8gyyHrEqManV4X6VyecmwM2bTIlByDq4LAexHl7VWsVVYCaSUqPo2VSsiVxpGKp7n/AQFjgzInDP1wCleif4cdLCIRi0jJVNpTFevq33/iXz/5tl/4Wvf+vd82lOEc0+J6ElH9of/0hc+M6j08z/aSGRbqfOaBl7m1/i921nduhzXMrpaXYbQN3HzXa3H53Fk0yztIOTqGHgWHZ6Lda6CUm0atUUaqUMDlS2dw5dJT2DOxC2FFQ3VYx5BsoCfmT5AZ3Hn8NTh24A6EQyKNGpQQ26iuL2HQoVYnsxAFV0TCE3QdtkjvpgO5jsilUKB7IZj9JiIEq+TMFHzdJ6upQhmP4p5f/JfI5uhZcOjcothKDHJ8F0SSFL0eZvUJ9CpPonb173Hp8Quk+G2kC0AiU0KUbEDV44hm5sgIitByt/CG+ozgW1Cy03ROUUWa8ipKUOJ5w90hgPGJ8qBXubhhd678hB+3vjR+8xdE/jX8+wl/74L/5797NBoZhO6xHP/XHV++SYkkUTnfwPUvrSCZGSO7UdDr9aBrYaTTacxPL2B+Zh/Gd+/G4sqzqNbLCPO4IgST6cIMQjH6d6YY1OTcWbqOaX5Xn4qgd+QaloyvEmiNIJMyFIn2w5H4O151+8f+Mjgets/zP/dzU2Ol3dHCL/z4FfHeyJ5fe9EzCGGkupq3uPMmr2P/mLPTiop+hj5ZgQYdsXwB5Z0NGK0mZqb2IZyMoVLbos6uB44iph4npsZw/eIzpPMGUjIjuCqja/cpF4ZwXRshSoxSaSHoM+z2qe/ZdPVIAhMTC4hERaQXbkmG4Iv5n/RFsSYMnUMVBU0kyoNeDclcCuMnj2DNXoQZ6ggRAjumYJ7vZWbniQUmpFCBIDFOJ/cIQl0ykw60+DR0OrsoRhtLZ0hMdIiis2IIMZTehejEvYiVbkNk4h5SmxYj9CKUWDroM/EGbWhJMWyqw2ouwTEonbYllK9cQavavOYPD2wqoUO3v+zlxj3fcod8yzXlg99XvvbZyZCWc/YWT13Zqq1s24r8aolUpn2JcmRnAIWyQgkxrpCJuZYXyLVaq0ag3UFvu4IIJcdCfjbot5mZmIcuysNls2g3WwGrivHYUpNTkPb6qIUfD0ZPovEU0hnKrVhyqIUTH/off/jUorivIhvyDx99tPM7X/z7kbT4JtlLgkEQINTKX3z2XcZS5afldj+mR8LyRnUDG9vLOH73a/DIQ1/AmdMPYf+eo2y0c6g3SMWHHgq76Hj5DK49cxaXHn0IMdtGWCMDiEowyDKGpO+i8zHGyH7zsfsQ4me1yiY2t5fghz286r5TKKUmMKzHYLcdlLfEtO4qWQrBRzcg2zLC2zKdJIEDR29D2d3Ame2vcJ8yXD/qhUsT0ht+8k1SbmYSmqpQ4w+hBCML5B2UF8GIhoijhCTJ2+b7OoGuTXYigKAGPT2NsJogEFFCNZ+B1b5EaeLy/QVRGAtaapbnEMPWuctYf/YsuhXKhJaNRnkNsUTampja18fERrjunVMa/WuaqNkgu1GzXZM30vHc3wuPNp3UK+OdxJG1JzbRq4pSCwRNIXFCOppVMiQek+iP6Q8NpKkEpktzWJg9gsNHbkGMzMNyLV5DO0gI9ciycqQ/jfEOtmYehZSiZPLkoMM3Sgbhee6mqurfefvNf/p4cGNH9k23lwSD+L6Fo7t7q1v/pre2NgPHVDxG9Ea3QWfeQH19LUjAEVRX0GDTstAbdpGdn2B0jqG8voXq5gasrsgjGNDxucEQoyMjm+uLrkf+GSaNp362rAGMbjOQJz0RrZNVxKaX0fU34ekelIgOOUXdPbsKaaENOS8hl5rGVHo/9FgYBiM4f+s7mvyY3Q99duYVR9f2HJk/IBbY0dQIFB7nsLkGa1AJ0rPFgKqoHuVyv2Lilm9adLQYdEbxaLQAzenwN52gM9OonKGkaSM6eQu0yBh/l0X5WhUXH3gGZz/3NC49toSVq5uobdUJIpRJNhHJDoU1N6umU3OKrPYovYYwTEt1HClbbg5PnFtuH7y6ZuRaV9qa3HQlTaJUEqNCJtkNnX3Y4XGRYXmDHmIEtTFeY53AoYgCMZRpvqNArPZttwyCg6g5aaKhVHFZPYOhtoJ4PExwIM8LRmMk33TNB9Tiifd94L2fH+U0vEDsJQEQ//5Nb8t2VtZ+0On2CnJSFGoVq0RPIJxJBovVpOhc05O7Mb13X5DZZzMKqnoYg46B1jYj/qCPkGFRByvQsjfWmRQFVGyRYciGr4qy8nxPdEwagy6lxBDtbh9xAkBm0sVmdxsX6pfx5OoKNuxtXKo2YagOqpQwWjpMmaKjXW1QVlRxvbBsl24pbeJg58fuvPe76sqwd0unWc/aLiEgmcWgVYEl6jQOWpRAFfTWH0Nr5SsYbD0Jt1sniPXRbxDQ2ttwzRZlQwX99hr03BgSu78FIQKS0wM2nl3GlUcv4cJXnsXG4haZhAezZwSjHnA8nivPk07udF0k1TnEvQXIrSQ0z0UqHUImG5E3G5Z+ZakZGsqmNKEkCUw8l4GNiBZGITuGyWQRY7tng/VBxouzOHnPa3D4tluQmxhDOp8T092CIjOuQ3/ndaw3VrGln8G2/yRKkwVki2mCNUGOhzSwjL7tWe975ZH/9thzt3VkLwB70QOEyLAznr12d+fK6ss90y4J6is6CBMz40hPjtORm1hfXESlWoVptAInHzKqGZ0eunRkMaHIGLZh99rBkvuhMTIFMVzJ9z2f0dETtRpI/4UzeVbAQATtt5whmn2Cgz/AlfIA18oW6mQg5a4Bk1FVUiKIFiOoMcKfH5xHZF8RqV1x3PV9r1UOvexoOpdTM1FH+1y73fvpdq0ecmwfWigS5FaIqthisRiRGWkbbQwIAM2NpwlmZxmhC7AtMfGJ52EYAT1PTO5COLEbliFj48wqLn3hCayf3cAyXzeaXQoU3mbbQ1SJIsLtqwRJEdmHA54jn9u1CuVTHjluY1fxJIqhvag0B1hrVqWNchOxnI1olr9XGfE73F+hiPG9M9h/762YuWUPPw8jGS1i4dZjiO2OIzGXIdCSTaky7CphggDs6y6uSKdxNfQM8tMFZApJdJ1GcD9sZ+iR5X2667Tf/9d/vsWTH9kLxV70APGWUH6Pt9V8q9R3TiYKE7FYLod2fRNyNolEPgNfdhDja6PVIO01A608HDqUCgZprU+n7wfTtEMDygmN1DgsY2j2g9JwYt6EWLVKLCgjqieDrEAUdvFFfciQLKZU4WrdwHbXQbPDv4cS6TeZBvW/rDlkIDb1iYyTrziFO157G47eewiz+2cRT81o3X7zi5aprUpD7VZND012eHxBpCUVF8VaHcelNBL1K33uMxz83e+30agtQRSroQxAvDCF0pE7iZJRNK8ZWH94FVe/8AwqizvoijVDBy56vQES0TTBIYFidgpj43uQy08jnsgSSwkWskqQ8IIkJqPTxvjEAhlFAUllHGG/hKhuwotsIjHbhxfzMST7CEkaivNjmDqxgEiG/EwqIp4two078BNu0O/gNjwY9TY2m8tommRp4x0saWdg5w2kM1kesoVYRCFANHlevCO2+963vf70V567rSN7gdiLHiB+8bXffUrxnV+iLi8O+1KQfNNqrcPuW1CjMSREAdmZCWxdXWSUjGH+0AmCQ58yxA965B2XDpSIIiVFqe8VGN4Alm9CYcRLMcrlpnOYuWkBB+85hn2vOI4pvp7YV8L8Tbsxs2cGhgt0+gO0SN9NS0HP8FFrkU43JVQbN+ZtTMxM48hhkVb8DB2767S6vbP9rvTX6Uqu3mg33h6Nx7PpVNonc5Gq22WeFTkKtytW8TJFmby+yfdEnwTBR1TQbm3A6O9A9LWI/InGUgOX/u4C1s8vo91oIBTLwhMFehs9KHxOhFPIpUoESB3NHqO2aUIidqVFkRhFVJMSiw1bBNEOerUmAcjCoNHCfG6OYEEy41ewbRIIKx4ulcm2Yrw+EylkU2nEjSScik254/L6SdAlBWFDg9UaBpW8n935GpyCgcgugkdqiNsO3IQQwTaSFsvw8fxss2t0+v9j6Jof+cxft0Z5Di8we1GPYlBeSI0PffE2u739H9u16u2t9YYmKjxX1i4hmpgIcg5CmQzZtYNP/dVfQjaAe1/77Yx2GTFAgPryOkxzACmtobdcRrVKLV9UkByPoXR0L1IpndHVhhZW2aDzmD95G50phI0LZ2G3xRoQETQadfzhhz6Fpy+cC6o8q7qCdltM5PIxGDL6Sy5y1NrFjIJDB2I4fnK3nQlF/2YuceAx1XS++9LViye6Rls+custTnayqNqk/J1WEwOjj7BYL4IsBsGCPGJyWT+o8dAd9FCrtchYyG68GBZie2GV0wSHGrRoGOF4Gp1Gh0xKrAKmUaaYiMVSQYegzCsk05lT4TTyhRL6lFI1Soym6OwkGGWVOHLJNNmMBT0q+mNMnOk+gy+tX8DFy21MjStkITJ2yhpuPjaFtBbFgdk8SplxXDlnYKJUQM/uUf7YKA8qBNw6Fm6awHZjFR4BwRr2eD1lJAtxjJfiiMYilwzD/IMf+b4n/1gKJpiM7IVkL2oGIZZZ+8l/+2N1Z6fSGQ6Mb1URDpnU7CLrUMgDUfZF0GbZItVmZOy0m8jNTgdViirlDWrvRuAEw14PzUENkZKKXbfvxdE3vBZ77jgVTNyKx+PodbvITM4iNjELKRyGL5aO64k8BQmJiIZ8KooWI265XkUsSiXCq6pRrigqtQajqkgzliwJUVtHqi8rGSU3NpYp3jPsN+Z2KhV/0B9+edBtfNXstY9ZSgzRaCi4MU06+LBnwhH9Hp5PMBD03Ybtyri0bOBvPr+C9VUTuwq3IOLLdPAu4rliIEfEuVXqO9jc2cTSzhqubV7DM2tkGa0yegSvubF5pMNxpEo5xLhPMW9ku7qJle1FypFwkOSVTmaguCq6nSFOb9VgOybyeQUDSw5Ay9Na2OxUkNzTwXqvjQfOnsWjy6fx7OZVPHjxLBbLDX5exzqBd7tWI6OgRCJ7q7f6aLS6BFcBdJ34wGi5V9c/UH73v5vb/OM/3hapJCN7gdiLXmK89wMfcH7hu950OJJIvzaZiEacVAtSXFRq9tEqG6T+1aAkXCKRxMzCXlJuCe3KdrAqlEfH05MJavU21ISJmdt2o3R4Hla7BbdPukEnUWWFDGAc0WwBWl5QcoURuYd+k9slcIi+jGIyipjsICRW5RKzKclYRA1KERCTZB8LuTRee2IXbttTwlg2xQhcjKohJ9ys7Uib2zV/s9PfubpavXLl6vaBp8+vRbRYHAtzxaAClmR7CEiESCvksUcIHheuNvH42W0sVxrIREs4NXcYJoFw6LrIFiapTSQsr63g+tZ1LLd30LYG6MAJPu/2e3i2uoFcNo9CKot6r4Xi1BjCXgjlyhaubVxFmaCS09IoFceCTtxoPIblThXb7TLSaZkswEd/IKE3JLOKALOTKV7jMC5f2QkqcPUHFqw+AcviNQm5CEXEnBVBV8WMbUWUluC3pKCj1LFszfW9lft//od/a3LyIyMG8QKzFzVACJ/54Z/61Tsixw69M7F3+mByYkwK7YsidVsGufEE7EaIX1Kp50mzbUY8yon1S89i+/pSULvBkTz06eDRbAipXRpmbtkfTP/uM7r1+3R0kTJt0EnZ7EOhUDDr0yfb0GKk8Dvr6JOaDxk5+wSUiO+hFFExnYpgJpeFrkik7zZ2F+N45cF5TOeTEAvWinJyYj2LGDScuXQNi9vb8tXtRv7pa82717bMyNfOr0v9rkl5YiIhBNPQEWtnoWNYdG4TTz+7joceX8P56zvIZ5P4nrteh7yWIGsSi+r4SOcneE4DnFu8gKXyMgGphIloBplQHDaPUYzOxBU1yPKM8lgeOvc4bBWYLBSxs7yJptnBTqeMCI8vG8sgRkALp5J4fGMJTYMMKSaRicnodIGh6YG4i9378rh+zcKlSx2okg/H5mcGpQzBNZaUybSItbYP2+T5DHz0KMHEQE2nJt6Dr+vJx7729Hnn9lcnrUcf4MUc2QvGXtwSg48fnz5YSr/9Fc3QruwpvyDHQqTYifF5xGM20mOUAMUYn8cZJTOkxwkUsuOQHVFlyWPj7MCT+igcDqNwkHp6fByDqqj5oDLKidQ/B45Y5o3U3aJHdFaX0N8gMJC6u4zmzesXyCLaQSahRTBxCUAanXDfzAzyZCaFqI45AkZEV0n7bQKEKCVnBYVsa+0h/ucDj+Iat7vZ6GuDtiz1+66UDSvY3G7iwuVNXF4s4+JyBQ+duY4ra9s4c3Ud5xmlLy/WYJFS3DJ7APfsvTmoqD3s9RFPFwhAYTTbbVyhpJjMjSMbSmNIEOwPhSTyCAAW8moY+/KTlEEanrrwOJ5cvoq5qUnUNjfRJeDVnB7BlIwqP4NEJoN0sYgrlQ1cIruIUFKJrkTRV6JqICDJKI1LuHLRQWV9wOsgwR4SBF0pyG9QdMF+KLMcUeUbGJBZiM7kvkHYFetxkBalCu7uaNJ8texJ7RPfOfb0E59tiKloI3sB2IteYvzexSfKbson8fXukVQ976t06voq3NoqG18NWoIRc0qFHrdh9JegqHGks1OMhDEyAjprkrR8TwypqVl4osaBMYBKtiASqtjMkSS9jufHINEbPAKF0WhSi4vSaAoZRBWd8hpMyhGH0sIeDOgQSiBbRAWmhCZD5Ai6BAfL7GHA3yuqjPHpORiujKfWN9EhU2A8p86HqG8DlcxjSGeyyHhaHQO1BmVSe4BGs8dnG+0uj5lM5Y7dh/DWW18FaeCQDegEtQjilA3cAan/EGv1bXR6HZyavAnr5SV0HAM9MpjxZAFjMYZ9HlM0EkV1Zwt1s4sagaHb4fWiPKmYLUoOBROpIvKFCYJAEU+IdUdFRyMdf9AX3QQEAF1GIgXkCgrWl4eo7Ii+EtIFujexFXKIokLxA3Do93hOphiZkQmW4tcesYHPiovStKyHY4iFI8mP/6efX3ryxp0d2QvBhCh80Zrvf0wZDD43qTqN+yRpuF+Wqmx0ZKgiWgvHI0V3nSadrR1MCnIpfg3/GlrdaxhsVZDPZDG+qxCUV48mMvwNnS8cga7rYNuHyu3I9NrE/B7Edx+EzO/bgwZMMohoMk/HDAdzCRxKD7H+hdlvcZ9091CY2wnTgTRuk2HT4oNywzKMYCgwmx1DsVTE5qrJbUnokmrnEhKmyHjIwMUm6egSfHLzIDXCVehc3JYlBWX7VTpp2HLRXVmlHOrzWOM8Zer+oaiQ1QgcT8gJwQa6dgevv+df4FUn78N33v5GHBrfzQ8JonRQ8XmI2xOVqQ9O7EI2mcVSdwtZX6MkmkS6UBKejESCMun2u3gcAuzEhRcPCUFZTJrDg2w3LKTTGsEiFEx2cyl3BCAQE9Gq89kQqdbiXG7MLrmxDqiY0qEiTNniQTZUPfrsjS2O7IViL26AMF+2T1Gm/y1Z6lskr+r7w2vwjCtsu5tse2LFqDo0ndHeErUdzBsrVkfYmK2raPvrMBN9hIo+IkmxSrZEYAgHoxai/0BhCBSzIYVHuM0ahtfOMiJGMGw30NlcglHdRKo4jgh1uuzr8C0fEh0oFE4gHE8Gpdk0UVSF4dQRC+h0GJX53uT8XiSp98NxBadunkK55QSgITLEd1oejKFwH2EECL4vHFT4kniI6C16+0TfhuijGFgWqIYCHiiSuSq1SpDY1WjU0KuUkSAzOXvlKaxurgQriXU7bRi9FlqiihRljtU1CW4mCokk8tEUotxYyzKQKY3jdW/8Xuw5fpwOTYZCwEvG00hH0twvgY67JCmAL0rV8bjbZD+TcxFM7w7hwPEcZhYyiCcjZFWiBoY4j+fYAv8nOltFoRnRJ+GQafBy8RwIGr70eCS8Zyk49ZG9YOxFCxBsZIqnqq+W5ez3KcrUjKRQCJO+KqLSEqOmljsQ6H3GZz6qjFBVaCmxjH4EZoQ6W9pAWy1D0oY35ASjtVg3Utd0SIzGbNmIFyb5WQS9bdHvUKejZDBz17eSPWSQyBb4XQXhVJqgEKM00BEm+xCrd4UJMqpYCp9eLZzII0ioqorS1AwmDuyHnovTKRTcdnQW+xeKsOgpYoEfsVyfzKMVuZQMwHwI2BKRVjiUWPXbIb23iQYyBnwKh6JB2bnq9jYMhufxfYdJ12cZnSXi2oBY4lNGJLG4fhWPn/sazlx+Covbi2hT7oiRFjE8ksvl8Ipb7kaYkX1ze41OrOLQoZPYd/JUcB5i5W6bfCNP0HBlG3oUKEwomFzQseswmVcyBWPAN3UbiZzD8+1hek8Y0wsJxOI6j1sKHuKSWuZzwEAmYZkUhQS8REqGGuZZqnKt21l5UQesl6K9iG/I07IkuQVZ9mJs6YzUUfixvWyoYjl+0vtQgRT/ACNvEb5DjivVQAKBUJryIU6xn7Jgyw063YCNNIMkH+JZrK2lMtJFEjn+PgZflL7vDJGc3IfkrmPI7TuK6VvvCPIchPOKperFat3CrWOUIEk6UlSARiLB9+jblCm+7yI1VsT88ROIptOwPTvo0xgvjuF1L5tFMnJjQRr6NRT+T9wU+nYQcYdkBn2T9D2TwsFDu3DyjhMYmxyHpxP2+g0MjR7PUcK1jet44vJpnF+6RL1PueO6aDsGmlaXrKCH1qCJgUMp5FuIaFEklSjiPN+9h29GMZLFxvoKdjpV7JnZg3vveDU/S2DYbUON6MiKiVf9OnJFHVRWKE3omJoLByMaYvjS4PcEGFsDB71uBwOzikRhiNndUbIyAXAEA+qmYLiWoCAYhDjfSJLXLC10iiMY0mFPNibuv//F3CZfevaivRmSdIst+etLstwnwRYrT62T4m8xEmtsfNTkMEmPCRxylmeZgmdX2DjJhYkNiXSeEbGEickJRthMMBdBJ6iIitVCUohRDNtyYOxUUH7qcVQvXQjmV2iUIiILSuREqEI+kB0obNlaSCUgqciQISSzotJTntuLByMfzmCAeDqD0tw8YjmxbB2dfthnZO4jGYtg364x3PuycfhkBBIdRyEyCKAQjieW8ItHQ7jt+CH86L98M/77+38T7/2dX8EH//z9yMwVYdLxB5QE9fYOapQOmj0km1ER4m80Mou60Uej10SlWwkmgaVTOewd34e9pT0o5SaDhYaziQK2VtZw6RrPkad/7NAtmD2wFz2CzPKFq8HqYwKtsvEMwlFeINkL+hw6jQFajS6ajRavs8hzIHsTdSx4fmIVc0UdIpX1kc4RcgmyN+7ZDakklgwQIyClKYWsQ8yW5Ye+Vw8PHf9d7/pHiTWyF4K9qNGail1hZBqICOQ7VXrUCnxTrD1JyuuLTj1GM6vNiJ3GcGCR3gqAoJQo5LFw8CC19hgjZARiYZhwnHSdDZxxjk4sw2FkFqt2i7U1fGr9WCYJv9+GRCovKjQJDSDWmGBoJMBYyBTHMXfwKDKk+LEktXqtCrPRDFatTnA/UT5cSQkmiwmnMowBzIGJlCj0Op1DKhkiUxBMSGzSp/PbKOQy+JZXnMQv/OTb8DM//BZMpvldavsj+2bwMz/2DsTIVNrVCqL0uo5IgHr26WAx4cP7jyJPMPBlBV3uT2LodixKDp5HNKQhmYzR2UPBaMzFc2dx/vo5VJwW9h84gte+6nV02iTq6xvQKIuS2SSsZhuNzTUUC7lgBEUsuGuaNpmKF3RCEg+C/AabKOoRDCRfIc6KultmkCQlLhdvCEGDkkmsMq74CMVdpIt8l8ho9tHyPOnzvV5/kaxplEn5ArIX7TCn/9SPaO7Yza9VpMl7IZmyZ5VvgINHfa1G6OR0kN42LFLsXn+Iodmm7m5CCReRLs3QiSkfRCegFg6ia3JsFpJNtc3IKfseTDqFy98lSlOYuvVOOP4QKiO0YhsEBDOordBvkeJ3WrCNDgr7D2Pi1F3Q0tmA4q889TCMRg2RYhE6pYcWE+tsygSGDvpNgg8ZhMf9CPmhyC4ePr2GjZZHpxXZm6LDVMPdtx3FLxMc9i1Mo90xYBJUjHabx1YlxZ9BY3kLtdUyf+MjHktgcWsFGhFmKjeBqZldiBWzWCmTVSlaMAXdJ1CIORbGsIdGu4aV1etkNTk4YRnZ8WnccvQUbrnlFtQ2NnHhwa9RckUJnCqWr1zG2Y1ncHrnNEGODIsUh9ghfJ7sQOaD7OC5UCOegxrfZEPDAQGD3xEdlQL0xKiSmAIe5aWYP6SiNCMKy/C7Lgbu0P/bP3hvc1QL4gVm9JAXp/V6nzgeCk/8vqrM3eH5PZKIVaB9ieFsG27iKJ07DKf8OLqdOqo7XVjGRTriEJH0CeQmjpMi76CzLVKqh2QHecwevwe6KYYOFwkmQ/SqNXh9A3o8i9TCLjqGhTiZAd0hmIbdrzXRoG7v1rYQI2vY/apvg0Yg6GxvYu3hL2L78lkoYrJTOAKXDhpJpIlFWlAFu1vvBNmRDLRBjYmt8ja+eqaKak9h5I8hTvmS4/Or7ziOgwszATcXVZdE7QZPeCMdVAlHsXJ2CQ9/+AvBdG5X03B2+TK26mWkowncdvR2TO7ZBU8sgUemESYQWl0DvdoO1hYvo7yxgbte9Z1B52Myk0KlvoGFiWmsXLtGAOogQUAT5fa26mu40LuOJ3vn6MVilXGhfwQaCAbF46cu6fXo/LrPY6TcErPi+Voigxv0CX5kDR0CX7ft8zOV7ETC2IyH4oQCPeIFQONJhAhX2UxEk+84NPfqh3/gBz44vHGXR/bNthcdg2Bk0u7/5Z8/Kiv+WyENXifLiu77bKWiVw+is4yup8+QCVT52MJApCgz+opefddcQSg2HhSCHXT7jPxDNnM10PxCFoAMQXxPsm+siqXQGcPJBOSIqENHesz3xAK5sqTBprMN2mL5eg0pSgs5ncTOuSex8sgXYLQqkOkMPh3VV3RGSbEArxhZGAbMxOz0g5J24js6Bfj8/B7cfuIUXnZiP97wiuM4sW8WJw8uIB1SgzqVJvdldzroVKvo1Ss8EpHERccj0NS3msjMllAcLxFUMnB7AwwaDbTJNKorG1ApW+Yn5sCjQJpOL44nGo4HfQaxZCrIQ2g1N5GlFBKEqrm+hWwiAUVzg2XzrqOKc91LaAwaQX+LeARRhccv1g0RiV2i89HoiBoWxA7xHQLIoB8MBPF+iJXD+AsKh1hKRm5MQmGcDCQkwRyKGaoS9yuSz7WEZds3V1rVrVPHcktPPDHKpnwh2IsOIH75/ptuhj/+45LivENVjVgACmiywRbId2tsiANq7yI8YwvD5hZ6hsjiawp3osQQq08RQORcsBCtyD9QtRgiqSxy83shO3YwlCi+IxajUcSsTQpoSdYCHR8MQZIqa6I+ZbtB+WIgf/MtiE8x8n72E6hfOhewC0kPE1RuOKMrhiopq0VdSbPZCiZ4+SLHgj6TH5/Ezbffi/HSbNApmRQdnw5/7zpkGn04YmEbAsOw1Ua7UsE2o/6Qx5hIJZGkNMjtnkN2ooSpfePYc9tBjO+ZQ1jkelQHiOkJOn846BMQM1mb/L14FEqlwMnH5udgOR1YlF7dWgMagapyfQ3xUBSZqbEgv+LSzhK+tP5VrPc2EdIUEgdeAR5nMNIiHnwtGEA4LEBCTOKSyL4EUAsgF7kPdHuNX+J1C4UVgjOBLUwUUUQfBr/Dzz0xwsFjtE3xh0P4cKK3nfieT37yk4/awYZG9k21F1Unpec9zJCsfbsv7dznS3aEzZPOJtap6NPZa2yUYjVrEeEZsR2DZyeWv2cD9Yds0Ao/Z3TTknBMi47XRDiRRDglhkVF2zQZ5BSoiQz8SBR6TCzzH6VjUIdHYtBCMRIME0M6rkWHVUjps2QOajaP8ulHMGgShCIJqMkMZMoS0SFJGU7Qsvj9FvqVGiM7pcXAokgB0mMTOHzqFUinijDJchQemyTAReQ7MPyKvpAhf+eIWaU8BTFLsjK0KVviiKZTEJmTYmJUrsRjdfpoLS4iFpcwd9Mc5k/chLg4dtEBG9Jhy9wjHTU/PUaw42+KeWiidgWPZfPqMryOjZ3FNUQIUJO7dgfFZYYEkYe3z2Kru4OoGuI1FZyFm2FIEdPZxVwVReWD7CAUliEmkRaKGhmRYA8ia1JksXoBYIqRj0hER4bHnUyK6fICPHzeT9GH4QdgEVS+5j3SdO3geuPhXeJ+j+ybby8qBnH//W8venb950mWD8qyKft+ly2sx0eVn8YZffm3WBlbLQUrWavhKTSrG3DtGhs4ZQOdTxfrTihjMNpNROIZ5MfmocUSSOYnYDWFLGnDEx2VbLxCQhjbm9wkHdYy2eDFiuFtRLJFaJQUkdkFGLUK1p98guBB+UEpISizJySKqPfIlm8TTJx2LxjuFEnGMh1WDJGO7zqEXHaMOEb5wG0HhWEoQSRRA5PIIthNOJ7C+O59iOdLyE5OIhEXk80yZBcGDEoVmZq/Xali4/x1sh2RxUkH378AiwylUW0QXMiIRA+g0Q0ApUPpUd3YxOrlq9hZXsb6uWuYnN6FfG6czpvD/J49mFjYjaXyNTyx9iQeXRXredJxCQ5CUojZmUKOCVKgqmRfik+mogUyA5pHB/eCfgnLEqMVgmnwZyQGgnGEY2Hk8mR24HWBqPUp4IagT4AQXRqi81KUwCMMffKmXbf+1V//9blRP8QLwF5UDMJx7ClZVidUbUeRfDF8JzQu3Y6N37U32UingNBetjqGJEa9HiO+aVSCzjOxjqZPieHaPhswtS+ddWj2+OwgWZyBRAcJZXP8XaCJ+anHTej8zQCrj30BK498HvVrF+jDbOBhFeEFgkO9jq2HH0G/TCCpd9HZKKO5tIbOtSUMtsowNsuwuwQHS/SR0GkUlVFXR2pihlH+TsS4T5FhKWpOiFQAlbcjO7cPpdl9KEzN8nme58Ijp9RorYn+BAtmj84+HBBwDDSW1+j4HpafuYAt7tNsd6F4FpLTcaw3V9BHD5LKM+R1sDpD9HcaMFtdqNxmNBTH3qMnkMuMIx5NY9+BowTJMVy49Aw+e/4L+NjpT6FuUHooWtAxKdK3BBsQBX97Yjo38czidiwCWsAqdA/RhI9ERoYu+hcsygaR20GkUCnT4nEyMoKAGNawhoQFfmaZXssyxdizUlOl0HXH036XjOL+t771w82PfexNygMP3K1+4nPfUfzQh26KfewLJ1J+MOw0sufTXlQM4j/8hzcdA8zvliUrIjLyxPqVjNeA3SBY2HxNx9YoL7woo1oEjc0VUv9FRjBR/FWUaxuSEk/CdrSgzoM1NBBKJpHOz0FP5egChAUCwKDbDdZ/YMsO5lSIqdy9ahm15UUkdx9AdGYOjetXUXnmLLqbW9weHZDOyxfEJpdPFvyBSl3tQgnxEjMyMrwGACHyLlKiBP+pN5C5xMl++lAoKTyTMihVQGJmHnazRgAwyWA6BJ1N7ncpWLWqU965MczZE/KJRyvW/exTLvUHWH7yNMbnZpDftYDFa6u4cvlpDEItaAOPJIsUnywpnc4iXRhDMpVGqpAPVhwXMzoTkTA2Oju4uH0VnznzOXxl+SEMyMZEKrmI7gEbIHCKPgfhoTyVIEnMpZOLSVlC/ghqEYrKiCV4X3yF15tfJICIvoxEMkaGkqUs4bE4VsexnK/1+v0/CYX8T+3btXd7fnZuc3Iq89HX3Pmm//EzP/6F7Vrt95JqMnST66Z/ToH3HUo49AMaYndcX/9U9I3fdbD5Vx+5SKo4sufDXlSIbJp/+wOS13mfpihhDwU6cIKNkG1leA2SyWdtjjQ/RdlvB1F389xDlATX4LstMokGDFHUNrKPDCFDEKiRnq+g7VFm7H01Xvc9b2MUH8JcuUqHvEoK34JPzS/WxRDrVRjlTdTXN6EkU4jkSozWHfRJ4y3KD08hO3EkZL0ZsoAoGm2yhx0Dzd4GIuNRaBNxSLpwNDIZspmxw7fi2Hf9LMGKf1euwl65jtb6mqh0j9LJO9A9fxrt7TIaq+vYvHodnUotqH/ZqRE4eG7heAw5MeeCsiQ5NQY/lsTmxUVkJwo4eN+r8KUPfw5X1i+iws/H3RIO5nYjFIsQDGJiGgeBiredz1E9EmRcevz3V+e+ioeWnib5Z0CPWIhEFVJ+kadwAyBkAoLopBQMQBZgoRIUxHuCWxAEJL4XFrU7YxJ0sqJhU0arRrDga5FpGiODiETCfqEY7R44NP9f9+yKn3fc3inufz+vy3FdT/YzidIzqqa3LKfr9e3u68kOS54rigFTbZAuGgNz3bb8z3qu+ru5RLp8222/z4Md2TfSXhQMwvfvl9/5znfmdLn/ZsnuHvGdDoV8nO2KEVgM4HlVNiCNjpqGb4npzirMzgCd7StswNT+3pCyIsRIa9E5cnBdRvd+G9XqJj7zpcv41N8+ienZAnYf2B8kSYksSjFcJ1hFYnoOsVIRoUIWnRXS9to2DDrqkNJBJDWJ5flEX0BWXUDaXYBqp1GIziMTz1H6CHZDR1NjEOtXRJQYHFl0NGrIzhwkJS/AN5uwtzYIEKvo1ytkO2QxvT62nnkWj332AVTWtjCkdOiTOQg9D2p2NRpCjKDQ2yHIEUhCqSTu/Le/QGkxDXPgkHVsIVfIIR3N0ddTmCKgiTkVYsq76DcVNSlE56slu2iRWX3p2ll87uJTWG3U6f8emQKdnmAgkqBu1NYkEBBURF+CWPNb9DUIuaDpAhQU6OEbrzUx7Knyb0qzesXhNef+6Niapgb9J2Ld47GSGpqejRxwnOFbsrnSsVQqeSgcTsbjsWRGlpUDmiofk2XnuCypcUEOPY9NlCglMjOzuWSKkmd/Mh49rEWk7r/7xTuX3vvex5ygkYzsG2IveICg7pSHw9aMJg/+DdXrj6t+NSb7G5Ivx3j0eQIDhYXopZfiBAePjy6xIothg4yhvsy21Q0YxWBA2kvZ4HpxRmHKgO42Hj+9g2cue5gpqnCrT2PvoZNIpHNs6DpCiSLUTDEoBGs161h/7EkYjQrByAzkhtERdSYGdKQQCrE9yCu7IdkEITE8SakhtpHOjiGbmECSx5lVJqAOKAtUOtd4Ekk6UUihFOG2jc1NVChZFMqPsV0HsfL4U3jor/4OydIkbr7n3mAEQCxvJ1YDy0xMYObgAUblMCUMZUhdLP3vUPrswp7X/YtgNMOm5BArW8XkCPJSAorPEB/S6NwKfxchi4qgiS5W7WV84pmH8JXLF7HZ5HZ4vV1+N0SQEoAg+nd4YXmJKTX4LIYsdQKCwmfxECChkx2IfAjBEuIx3hNfQ3nVRa1CMCYgiZmyIR5rmPsVYFEoxIV0iQ37lipJjp5IEgd8ihSfUoVyy6JcM3k+ImdEsBYxE1b0gQjAEnNkXFcTC+t8msf1UCwsN0YA8Y21FzxA/PIvHz8iOe7vKJr8RlVXSGCH8FyxJB51vSrWoGRTYaOW6PjSYBuSVYUfnkG3vASLICCcYmgnMBy0CRAGI2gGzrCPVmMR7a6JiWIaN+0tYCIDNKtryEzuDXIWOssb2Hj0QVSefRrlZ05jQMkh0pS1sI6heaP/wmmbiKvjGA8dQchKEjQ64LESRBg5XRem6By0HNjiNfWDXe9hEO5hbDaPtK7B2qnAo1RpUF50mx2UDh2DMrBw7WuPQc+OY99tt2N8z17kZ+eQyeVR2D2HqaMHqekzPLc+7OEwcCyzXUd+YQqFg/u4bw8KWYaYZaolQyRaIdStHjYEkFBSLDa28fDyZZwtn8aj6w+jN2xjY9sguxDMgADmU0YQDMRQZpjMQDipGIrkJQNVWwAKYcoPUUJfsKJYNErwIDsKp3gODto1Fwavq0wwCEdC0HU+NMqbaCxwdDH6YVMx9Lo22p0GQcEggJDx8d4MuBPTpqQwB0Gh4QEfnif6WPoBc+l2BxvUM7/bb/sf+tw/ZBe//dv/o+jpGNk30F7QAOH5H414tvwjakj/HtLiVNBjIkYvpB7bcJjMIR1o6aDqarcMf3CdwnocrjqNoaiKOuR7JBc9UnRnUON3Q7CtMCyjTqZRRTwcw9T0GHJ0JMeTUd26hPrOMvor22ifv4Tq5ctkCztCgNNJ2BYVlQ3aRJfbi+tFFJOHMZu9E8qQ0ZyN2OnfWNQ2oNohOSg7F5S8J2AoYn0Kvhbl7CZPkG1Q2Othfk4QqVxbRGeLsuDO1yApcjAIAOOHDxIUMvwddX0xH3QSRksFfpaE1e4FMscXkdYT0dZEdnYWebIIcUOFtBFzOURClJ7VsOXu4COPfBFL3Qt4unwWUnQb5eYmitkEXJNRmjLIFtOxBWHgRRZl9W2ROsHLGo2Kiy7x/CU0az46LVGQln+L0vdeCN2GR2AAdjYNGO0BeoYYDhbXQA3AQUgOjSAdi/G8wnyPrwWgNxsCCMyACY2VppFK5nmZg44afl+shUpmIqZ5BkOsMtma9WV+/71hKfJ3L3/57288+OCDwdGO7BtrL2iAuP/+H8x4vvJOVZP3CRoa9PSJPnMpwiY7hKSW6CRqMMsS5jL5MZ0mdFMweuCLwjFsnFa/CbOzxc+6DH/jsAaMuN01hHvj0IcT8BUHpjvEIAARC/1aA1FDgdfpM8q1SXG5DUus39lBt9eA5qWQkqcwl7sdpdRRfs+D3evC5Gfi2HoEn2ptFa1eGVVKnHpnDe3eZkCZGXfp4Dkk9x5A+vhxOoeG9toyaosraK0vo9NtIHnwOHLhKJLZDEKCDdDZ9LBgAuFgWNeo1tGv1uCK4dZgApaDEJ1v+vgJRAgeWioR0HmRSi0AhLsI+mDk0BLq/WtIRoFy20K1SUBkxB/aNvqGhyEvr/A40U8haL1tCkf1g4gvPhG+KsBKJEENeX37XQ/thkkmNkC7NaSzW0imhByRghwHnUAoZFaYUioSjSCVThEkEsHw55mnl2D0uG+LLCWUIDik+ds4GUuUjzB/H6gdkjF3MBgOVyQl9AFFUz+gee3P3377n4kLPbLnyV7QAPHOH703puuDU7IWvhmeKMAisibZdqhFfYXswcuDXBuyWyYAkFloRYa8eVi1q0GPvz2sod+8zChZ59ZEFcZikJ04pBSJ2HMIVybQulKG0WT0Wx/AblBpdyJQbR3tYKFf7oph1KDnGJ6L2fguhPolxAgs2fgcPEZRkdTkklWIDsdoiro/qDTF47RFRJZQa5dRaW3h+tIz0OiEw+06SY+N3D4eq9VH9do1NNdWMGg1sfTkV+lgjObtJmpPn0bjwiUoYTKBdIzANghK8tttSiWjFzAWARAiJyI5PYHZU7cE6dJ6schIzNvK6ySGWGUiRDZXwvXN63j67BIuLqlY3nLREg4uJlMRDBSRXkAG4fI3Iv1ZVKISK52XSjr36wUTsjTdoxTQgw5I0cdCyUcX9hncb6RUi1yTaIzXTgt8W/QrBpJCzBsJUYoISTJWoiQk6zh/djFY/Fghoxv0fVxf3MDm+g6a9a4ZjsS/QoB7sNpof87z3C/7ivRfXc/63Mtvff+zH/jAxVF/w/NsgqC/YC0xvlb3pN0t187ZN9iDoPmiUepsxGxswZyJCn1BdFJqZA/T/FqGn1Pvuh1YjXP0yKrg3GQbWTZ0McehTSdIQI7FkYqXUArtg7IRQ8afxa5dr0GxeJL4M8eIX0JvoMM0Imj1Exgqc4hIswgbMVJpAR6MmtQvFvW5GG617BtrWFg90akmRi3SlCC7ceex78bJ42+E52g3ysq3KVmy3aD8ncjsdE0yIfqn7ZKJDFw888EPoXz1AgaOAW2GtHumxOP3Mag3YDa4X7IVm78J+mHIqsIRDYV9uymlRNyn0Rl9MZxKB40mooiL9OZCEbt334UrSzpqDUoSccx03jC/Nxgy4lM+8FeI0JllAXgOP9Pp5IRUUS6uT0XXIeMYDERnosddiL4EMZLhk2XIBA4x9EkI5jWAL8CAsECEEBmYCkFLEkV8xFgpTdcTaLeHqFaa2NnZwtWrV3D54ioeffgZ44GvnPnLhx9euv/IkV95x1cr2fvvvvN9v1ZZq3/tntv+ZCP48cied3tBM4h3vesrbMj947LqvNr3RceXwXfLbMpsbP44H33+PWTLvDEZS0rcBF+NswHHYdafgVE5G6x8ZVtCy2ZgdG7UcbDFQjqMXHGpgGJpPwxngGghiy6BxFVVJMamkWBDHnaaQZamI0iLqWA+NY/K1ipi6SwiqTwa2zvoku63q5uo7axhdfkMllaewflrXw3KyPeaDciOjHgijVyhhJ31K4zMSWROHkH62EmERbTv1YO5GrJwTkqDWILgRcfM5IqITxboaBrZzQaM7QpBokbS0aUc4vcjlB1RSovXvA7jt90Gr1ZFqFiAms8TOIRzi34Dh8fuIF7I4drKMj77+Yd47mLoUUgJMUBMbBMv+HAIDB6d2BRAEVUxN0eZk9BhGJbAp4AleI7P7wkAFKMTgiEI6SFGMm4Mc4pOzkgsxr9vdGIqahghygzRUSz6Q7LZLDotC5curFBeSZQc5FK2y/05lCCyMzOd3D645+AnX/eGg/2ffdvvmaINfPzjF7n3kX2z7AUNEGLtzV/5lR/6Vt/r3a4oXaIC5acUJjBMsdEKpzfJIhiRXb4f3ks5MAtp2MRw5zzM5lnU6bTok/areUoNh3p5i9FRxbACrD97hdEvh+TkboRyefRkE7VmHfUK5QrDYao4Bn+nSdpbYQRtI65EkBHsxJeRzs3A7Dho17cxMKqo1tfQ7Oyg066hY3SC9Sh2yBTqlBc7nS2CjEQgmiPVDsHukgFUDXRWGRTjMUTiYhiQbEJMbjKGKBw6jOk770TxyM3QCAAmwcMybUZ5B1qcMZ4OVzh+HJk9uzB2x71ITU3DuXY1YBCRhXnISR4jIz29mVre5TnSUSMRrDBif+JTXyArsgi0cgASgq+LBYBcgolIPXf5EAoukQxhYSHFbfpB/4LoEhDSQQqGNkXnJeGH8iJ4LdgE3w/KVBAERIekWHYQAYDwie+J6d8CMMQb4jhX15aRKdqIZwHiLK+Bi3TG1xLxxKxlu8dCkfT63/7tmcUbrWBk30x7QQOEsF/8xXeQGrS/W5V7YY+NC9IEtX1YyF9GSeEIO3ytQgodCgq8GFtXGG0vBJOosD2LZOdlUOoz6K57Qbm3+mYN1TMVDMsK8gs3Q4mR8nYbqFWEs5ORWBaBpYZINkd50Q0mZwldLiY7TeZ2YXJ2P2JRsoc6wUYUgM1moMcYbUsTyEzMIMEIXmttB8OHXaeDtt1GrVtDn8Awt+tmRmyeQ3+I7toWqk+dR3Q6i1Bc1NGU0K3UUb2+jE6tg8m7Xo3szbcidug4cnfczdcnkD1+K/IvfwWS01OUDwn4nRaG68uwOh2olBKRvXsCOg+eh81z9Qkq4gYrqTQeeeIs/vZvPwtXyA+hacSD+wxWvQqggdeT4Cf6EnI5PRi9aDYGlE1mMIIiHoItiOFP4kOQjSkSruj/3AbBheel64IpCMALIR6N8FIKEiDyJsSIihZkU4oydK60gUiSABPiPnkjxZCoeFYUX82k8/N6SPfe8a9evfGXH35sixsY2TfRXvAA8Wu/9KuuL6+VfKt7wvPzLU8qMUglZFkkR4EMgY3LV/fQsSNw69cwqK6h31jFoCEjunMAsf4EKbyHqFyA3w5je+k6zJ0+ZcIEbn7dd2BgDigbljHsm8GcBlEFySHl3trZhB6O8gqROovgx+dcaRoT+T2obG7CcvoQZeHbZB2W4+DSyoUAbErFOUzkphAXoNXtB3KhPWihZTSCxWwWFo4GKdJirYnmykYgQxJTIuHLRWK8CDHDabC5jub5Z9E4dxGi+rVYTlBNJMkgsnDJZgYi6/LSZdiddtBhKCaXRXfNIzw1B5Gv7RDURC6HWBlMJeW39DA+/BefwNNPPhN0Ht7g7AKSBMj6AVYEEoKOLpKkxGpZzbqJjc0hHEqkZFwsGkx2QFYgAEJcC/H9oBOSMiMok8cPxAiETO0RDpEZESAEcIgO05AeCqaei2Ffm6DZ6W8FnZtiFqjomhDgIxiJuAae1ycrUQ6Qrqjf9wOv3Pzoh/+k/u53vy/oXhnZ828veIB412/8Tl9Wrkd8P0duPFZmhGTLs5Oy0mGrYoRS4mxkouAKW7kygFlbCUYB7MsTUHfGsHb9KWyuXWD0C8O3FHiiuKqoFaHLmDtxO4yeQd2cYkROoV4uoz8wECK1F8vQ9VoNNGo7SE9PIE45sGvsJjjBEOEWHNcmg2C7pfOJKdEiS3Br4yrMRhWJSJogQ2LuiMxOSgMeWs814EgKpif2Is7PITvcxgD9fhtjx/heKRvQ8OzUOMYO7g0qTTmtGozlK2idfQzG6jW0zz8Fj8ylf1WMzAyCYrliFEOszZE8dhxSJA6PkkRkXQrOLyvU//kCGU0Pf/pnH8aVxWU6I72c9o8gceNZgAQZARkE/TUASbMnhj4l2ATLeEJBLi/6FCgzFI+RXkCLmN4tQOKGhAiF9WC6tnB4kfMQdFCK7wXMQKX00ANp0ulU0TfFgkZ8T2RgUqKI/gwxT0Ug1mDY5bWxVc+xF0zXOXbp6tPr3/uWb1//+McfHIHEN8FEe3hBGxsu2/DU36uh0i+ZWuJHXNg/Csn6DNUrP6OIRTZopNAYfdQkncZHf0OF3s+wgdfQtapoddepvevY3riAfqdHKhxDJl9C+doiuo0GJvZT9x86grmjN2Ph8GHsOkAHFXkXjPTtTpMAs4XpmeOIhtIElDZBpBOMnPgMqYPBALWdMhlBBCkyiEymSIo+wUOk/g/FoYeS0JUoVLE5swuz2+ILBWNz+5Gf2g3b8hmloyje9Tpkj96K1OwccvPT2HXPbTj85jfiwLe9FtN3nkRqIo/i4QNIzM2gcM+9QRk8MQoi8iC0YhZKMgeva8Brt4KOVdGzqNJpDcfGpz71aZw7ew5hXWdEIAiITkyyGTFES5QVV5lgR+Ck0w/4V8+SyIrEoDIdmODRrtkkakIixJBKJcgOQghHtaAzUoxi3MiREMO9ZC9i6j3BKZAX3EeUTMKh1BH1HsSs11qtCqMjVlXnnewTPHgsKu9fMBWc+xLsrcF70myWM32jcler3XxLaq9YyGRk3wx7wQOEMFm+2ZCkI+sJeddOSJEekST1Gddtr/i+uwh/6jIgKiWNi2/SQVxE6gtIhXcjN3YACwfuQSmzn7o4hlAsjPraRfqOjuKBW6mGVQw9H9cuXcTGxjo67TZ9RcH43G6cvOc1QVbkwv4DaNfbSOtiUR0VNiO/6LyzGbnrG6uorl7BemMZK9vXMRYdJyPoI5rLEwD20olEefkEErEcssk8YtThfZF2yKueoGyYOHwMlmFj/fR1NBYriO07htjRk9DGx6CU8tD5iBIsMgcP3yhtNzmL2Mxu6LF4MOrimgS7bAaxhV0EHxNOvR70O0jBEKMOOZHFyuomPvqJv8NG7UZ+Ef04YDQhyoMo5UFUpazg8UTppGFSfTEzXSRH+WJCFllRjBwz7AGV5QGMpkupEA3W6hSl82O8nmKYVazFIZYtFOxEJ1MToyeiUI1DEBUZnbF4NPh7QHYmks7EiA0/gmkSkHoEiiF3wGsqFizSSCckmdeZf4tFgzQtokW7MTHgMrJvgr0oAOL/0wRYyLLx32V5+BZGnG+ls7/X9zqLACNzqwOZskLrFiHZOrafvYD6lWU64wydiRHfZdQUnW2pOCxGLoNMgEETO+vrqJW3gzUt+60uvvi3n8TkngPYTaeMMDJP7toXpEV3ex026iG1sxoMM4ooKcVV5EnjFxYOUpqQMVCzt+s7iKdydJwYPOpqkTMxXphHNlEkhe6hS+niDB1S8hhmDhzF8hcfxLn/9oe4+hefQOXpq+gbCoaiOAyPpb9Th1muw6lUYNWrcLc3oYTodPlMIEui01PQRGUqAoDfafOG0v0Uav50Gk1KjQ/+6Qdw/tw5vheBS+BwGNWDhCiyBtEfQaaPRFQhiCHIskwlJGRSQD4nY2xGxeRCCPtPJFGcFfMpVJTXKMHCUb6OIhImQIRDiIjydmGNr0UiFRGGAOQ4QhGIXhCRJ6EFHZvi+lmWmELPfQsQ4nviSESdT7GmhiUm2xEUeMkQ0pJIJXlukXT3ZS/7MSL3yL4Z9qIDCGGS9PI1WX7NE7J83zVZrj3i+dUtt3bdklabGFyS0Vyuo7J+nQ2ui2vPPhDUfhDLzDm2HQz5xaamyfJJq0lnxSK4gnZvLC5ha3UV3UoD3WoT//Dxj2LXvpsxs4vRuzgFqy9SindIMBSygjgbtAWbdFrQdSp9DEntk4VSQNPr1XU0KusQZerEOL/pDhhF08Hq4f1mk45BAHAMmMMhYql8sIDP8iOP4cL7Popnf/0DuPaxL6D8pUuon98K6imI+RouAcNj9BUp567o5KScSe7ej8T+I7AqVYLIVuBoMrW+rIeAdBZrGwSb3mnsmh4iIWgAnVG4rcjwFP4r5lsMKXFcPkQfhBpS6cyiT4DsQZeQykmUWzpmdodx86kUZggWnfoQi5ea6HWdIOdB5DkEQ6m8LmLmZjALlNdAMAaxTSE7RPeQqGw9pMTyKImIDxArcFHVBHNAxEiKY8u8HsCAyiQcKSBDUI9FM9VcrvjAx/FxoYNG9k2wF3wn5f8ve9e7/vXQl9y+32vsIR0daz3WR23lOjLzc4z+KZ6gCi0aRo8O3OvUKRE86MVSkBhk0WElUW+A3jI0BpQBGaTpyKJDbdhvI5FKI78wixA1eV5NoLmzKeJuMKwpOiBNo0NHoDuIDkuGvXCYDIIOIzpAxb9WbQdDMobx8TkkCQTtRpOOoQnajGQuC0lX0G626EBDGPX1IBkrpKeQChUQqSbISBJUUPx7LB3IHbEvd2gAlCeivL+ihAkGCbhkTqJTUidwafE4pEQSV5dW8Hv/9bfQ7FzB2HgE2bTG43FgOqTxdE6ZxyuW+ROL9ASeKmK9GKXgQ4xOiMVu+n0X0Zgb9CnYjOydzhDbGyZqO2KGJR2f/0Sth2gsFGxCOLoACQEMASgQOFTKKpGeLQZTRU6JAFUx4iFyJwSIcLfBI0ih54/S2QlMTu5BqTjjk5n96Xe85tf/82HpsEC3kX0T7EXJIP6/bX/P2br+hD20V51UxtRnYm5YDpEJ1NCrdRnRQtD4t3CgyelDiNCBxdwJz7ERoUOJlOBmvUGwIJNQdEbNAvYePoaJqV2orW3BMrrIRmPY2VxCl4AQpjxRRRYjG74mKbAHA0bVJmWBwb8JLO0uJIeRuXejdJ2YWVmcmKMsiNIpuG+yCov7FpFV1JeMRJOIJwhYhsUfmXRY0blIeOE+Fjdr+KOPfAoPnLkMsUpEJJ1EmKAnbpqSKUJLlSAPbYgsCkHzNZEbQfrvyjo+9/lH8OUHLuPCRYsgZCMZ8jGeoHTQCJDcQIicn2o/GGoUnYw8FdgEPdFpKui+yGsQfZ2bawSG1gC1Sg/VspiGTbYhuwQIC8vXG7h2qYXy1jCYt6JTZqgEjGBE5MbQRCBnHJpticI9Fo9TzNIkJpDtaAqPgcciuqEFSETCCYwVZ5FKlZxYNP3hifz0e290Uo/sm2UvegYhsi1/6WfviyiRcBHZsYvWg9Ws3TbyogJRr1WBnk0gkclh59rVoEPQi+rwc3oQARU6vnBsMbLBZoq8kCF03HSpQGex0TcpA3oG9k3vwbZISBr0SX+jjNRCc0fRWlnB0DboTCbfiyClRYOGH88XUBU1Htq1QD7M7jvM6FsnLRep2w6ZRiQAGoWRlcQAzbUrMOv1gD0oaTrm2ACPt67jC9fO4M8//bd4+NHHcH5xFdmJGUQSKYS5fTFrUzi1WDdUpFUrgjkkk5AIIn/5lx/Er777PahWO5Q5IVR2gJ0danvS90QEiMb5fQKFGMIUtSMV3QtGGUQ+hcPjF0xAEAvRScHLwf1IME0JjTplAAEkmGshiFJI9GfYaFF2dHo3KlWL4WaxBoYYxvQ81Y5E4n+XTWcfqNbLl8imMqGonxZzOIKVuMS0eFlIDC/o/Jye2Y98YcZMpjNPJ+PpP7j3np9/MrjJI/um2YseIIT9xns/3XnPT00/qcqvvGR9aWVaiUVO6HQUPcGoTV3tUEqIPoRUOk2n7xEk2DD5OhRnNGaDHvZMNOm8vX4LccoElXxZjJxWdzbofD4yEQJJt3Uj76A1DPofRGk2xyJLqDYQLqTgis45VyUjUTFoN1HfXiZ49HH4zpcHa2C06jXupxcwCuF86WKRTCQW1JConH8KCp1L1TOIhUKwGHm/1l3FM51rdFAP3U4Ta+sreOzJp/HY6bNYXF4NgCqUICjw+zoB49K1ZdS5/ff8h3+HD/7p+3jeEqJkSzZ/bwwkNIeURK7oHeD7YVL5nJiQpdOJb/RJiEIxojK16EAUQVvIhxvJS6IfQcbAECAhwAHQSMiicRnJjKACQqb4BDeZsswiEPL6EnVEb4fR7xnRsLJeCBW/qDS83+75/Yuqrm8osjYkgypFwyFZUSQpEo1JufwEsrlpMofkU7Fk9mff9MZfffC52zuyb6K9pDp//I/5Sn/p03/crG7/YI96X4uF2aibUKUYFp9+4kZS0XgRxhhgsqVrkQTMPvV/q4ettVVcW7uAw3NHMDk2BYkR8MKFs0H24Le97jtQXVuB3TUZ6U0YtQYyUxNQGCnFXIkBnbzZa0DWNVLoGNbICPqtOuIEgVe/5m1w6Gfby9fQ2t4i+CiIxROY3nsAKtlAa+0a2lfOMupm4KsxMgENOxngM91n0Y+KhYQV6n6xALGoUGWRrfgEhxBKY2OYmJzA9MQ8NjY20e32ceUipUidsoXnLaK0uL1C7jiuhB4PghgUsAPRYZnLyozgooNSMAmqmz6hUEzdVskqiBoi+YnYEDQQMY3CFSNAwVwLgRk3ZnFStfEPggm3GQrxb+5DsJlYVEUsSYajuigW45Qz+oc0I/ye3//o6WB+xS/8wptSqxsPflssGj1BpnFS1yNz+dK8n0oWHy8Wpv/Ld3/Xf3iE0mLU7/ACsJcEg/hHu/+7viXc7db21jY37h50mnKnUQnK28dTBUZOHwNGWHPYw057VfBjpLNFRlgTITZo27UoD6jlQ1HIdCiZ0VWMWOTGCCj1BsYK05AGCrcnVgA36HgeASaCCFmI5jMS94aQxJoR1Rp80yF4xHHrra/D5ORelClPujtlso82+nWCBJ1vbP4w9Eic321jyN9IOh2Kji2YT5fA82D5DGOwh0yWciQkSuYzkvMcwtT5oqK0MTAIDGu4dPkSVih1yttlnoMT9AGICttDygnDFpmQXjC6EXibcHg6tEX5JbIcBVgEPs5/IvdBDH5Q9UDnazFAKRK6RAsRadahCN8T0oDyQiQ1ibEKASDB4jhkEOKf2L7YkShvLwAkkeS11IdQItIeV/e6d9+9z3300fW1Rx65aJ4/Zzz73//4i1++dvWhh3btO/WxfG7sU/np6U8VExOX5uePUdiM7IVg4pa+pGz9PX/8O/WVtX9ttQy1trmEGLX62MwRtAkWnUYNXkxBO+NhQMqdTReCWY0eG7Tt2YzU2zB2mqTeUUTpvOFcGBP7JnDhy49gdnw3xuKT6FfaKF+/QMd2kZqZRDSRQb/The2bN+o0UHaINTUTmQL2HHs52v0aFs8+jGGzTrlAieG5SBbGcejON4rxPNidFbQX1ygjLEjRMDKlabQmXPzPxb/GWmOLzhqh40ZhMVwbXcobkb59gxwE/Rc3MjHJDCgDbnQs0nHp2GJ41SLQeZRK/DgAPyEFAtcWw6R09ExaCbJQRf1MgRRifkQkKiTIjc5DT9LQIXORNJesQCQ3EfgIHgIYgmMQ2w3+J8Dihixx/p/2zgNAqvLq++f2Pr3sbGVh6U1AEUuCRI0tscRIirHXN6+KxhpNgiSmGWM0Go2JxtiiQWyISgBFrIAgvezC9r6z02fu3H6/5xk2fqaIYr73s7z3h7jLnTv3zszu+T/nPM95zjGJDUggpgkCxfr8AV0JUxsY0TFFVh4j+2N3RwOjfnfttY/iffsenwHQr8HnB2flzrDEyJPFUJAU/BKyPx5ZB4UMVkNGLwODDFK3NIjHG8GfqIehoSHIDiFBoBWgDA7yvVnY3rIV1rVtAkpioHb8aBjq6YOh7l5gSNxlCxkR3pUYigIjS8AgoxQoDj3XAhLXbCvp4OgmCjNkqB03FQwkGrs2roRk+1bQ8wPAIOGR5AhEw+PRyCsAGsrBKdnIzefAYSjgJBkijfWghkuQaHJhzBgZfH402tMlJD4lNLpXdjyid4r+IqPE2Yh49N63YIDnD9AIP2LAOB+BZVAogL5nkAriHzSegMThDu6lraExOl/ESVxG5ToWEhZcmLaQJyCdcyFfRi8PxR5YKHgWuwku3nZS8TJwmFH5Hu/qRl4FrnaNPQZWIDZH/KF7FV66EcVGfyIde2tCqL05UDK+zRPEN6uEhkcaGnC2g8dnhc9ViPG9MXO/aarqZWVdZWzDBiGA4nrsIiDzwOJgI+Pq3bUTEmMnA8FzlaxGvNwYrU5AJolGeKQAOLuwCoUeQRTjkxwH6fY+KCVzIMsKBMQAivvrK8bi0BSIKBwQg36gebw5CRmSjAy8phbqJx4EjCTCYM9eGGzeBhwKQcKhJhCkCLCEApHqRmAiARSmoHAlnQMbPRkvUSrhOKzON8PLQ6/CUEpD4Y4AfkVA8TxAwE+hUXxfGFAs4YAJDfrI4PFkasUPxBMM6D9bRyqG3jMOK/BXvKqCf8i42S5OZa58j87Dbf4IFIKI6HrYq8BJY3g7PYHEpqIm6Hycl00ikcHCgxuN4VwG/D0WIywI+N6VMAM9B69qMCxNx3zh8nR+xj3bMzufapCDr39n9nFbLrrtlczb61Pdf3tlW9ErAPPZ4nMjEO7C1bzL26ebJe2I4nCKKqayQCH/Gi/fyWG8jdqBTG4Y8C7xeFUj2CxZGbVxbgIv4K3JOjJwBiKBGPh8yJBZAQZaOyvZjzhTkEHGLCt4D0QUfFKwklSEMxb9kRgEItF9X2vqgOYoSA50QTmfg2TrHlDkKESrxqNrR5BAKMCjJwaqq4HC640oNtCK+Up2khQJA9MkQ2tgA2TcNmSoJqhlFQjWgKKqQymHU8XRa0b2r6P3gg1aEhgIhXgY1+SHoJ+GSBCFDUGyUvWJQn+wy4/nE3AyFM5kZJAyYI+CxysRyLjxY1hUymhMx8KIr+26FMg+CnlB+5ZCcWYl3nWJx30cpmBvA4sD7ouBl0VxZSi8YoJ7Y4iyKCplUSrt6OFPn3/na4vuf6TvgRX7+lYgVSAWVX5SHp8lPjcCcfOvDyesFn68lsrPcGjHN9zdAfpwBoxsHkTkulvICnClJwanOTsGZIuDld2OcgiJAcmj43g7M43cfWS3ZWSUKPzAw6PfH6h00RLRMFk3fTRoSHB4Uqw0taWQuNAj5eVxQhb2VorpNFgl5J+jkTwcrYNgrL6yHZsLSqBEFRAZH/o+VHHtcQ4D7gHBCj7QAhw8n10BW7IboJjigHTQa9H2TRbKAeStSDSIClPZSYlrawo88gGQkeNEL7x3AycnsQKNXi/ef+mCaaK/KJ7A7fxwnR0cXuDeF7g5cWU/ChIJmkMGjkIFhseTsviXAYmOQkAkinuSIs8DnSMJ+zwXPOlZqb2B4yx0T7wCgq+xr9wcBSRuu8dKEDOUsDpUKO947cVnduJqMyN44vDZBP3GfD5ARkHAa4XIwCN/uU+F0im5ZC+pWWXQB7NQN3MGMgoGelB4gSwPVMWFgXQXaOUS2MinFqQQjJv+Rcjn0pBOJaEwOATJ3k6Ijm2AeKwG0i2tUB+IQPTgyWAibyJA+4FD3gku1gLY8DQNHNUEU9Uqx0gHj8BKJREKG6RmFFDIgTwZ5HFYuKS+wEMqNwQM2EjAikCEJdjp74RXO1fB9p0D+JIo9MHLmSR6OjJiNJrj9n7BMN46jbdK43wDu7KXwjZx3YV9rwWLFO5cLokWGDoB2QwBhSIuPIv3RmCBwDFB5bNCz3EgEsarNii8QI+xAs5lQPeiJCSS+Hl6Jdyg0XkCj4QBiUuldR96y3ifhiC5IIpIGND3LoEEA/3hszwoWS4ZMKRruW3bHkGigNTE47PM58aDWIT+3HzCmSSpl8Zl0skjSp29pGPqKN4mQQiHkR+NaxSUgEIueYnQkVEgA9PK0LNjC+iZFHKrlcpcgq6i0R/50aHxdeCLBMHOIze/pENDVS1QgSAUcOdvswyGbVa8CAeNkbh4C6B4HkPTHBpVJWxZQKHRl8I7JSMSCkFkNMojb8PhgJIlFAYgD0JT0fcKpMN52EKug3SuDzQkNEg5gFMAhUboMhxyRpAQGEgNcnnk+aT1yhZpHd0PiwFOW7ZxijR6HTgNGltwKITDAqqysoJDIRl5BXjuolKiH10eV3rCeQu+ALoPEiEcRgTCNESDVegxCfoH8hUREVAsgucycOVuPJVDUHhCEocg6Ll+HngFV+8WwMfJwKssUB3o3KIu5S319dIoNrNpoDxc+VA8PrN8bjwIDPrFp8s/e3ZB766tN/Rt3xUxKv0jShCbMgWURBVolAoqGs1x9epyqVTZlp3u7aoUk43W1ULN1MOgbJTRaGtBZjiFXPkydDXvhRgXgAkTp8BAMQMZFHpomgmapYFfCULYH4VEuBbC4WglkUnA4oCg8eiKY33kvuMaB3gSE/fKwGuOalkHZERAIU8gFS/DFv8maBncCb2tw9DRm0aGiEIFRUQuvgmFnF5ZxsR5B3gUx5OOuIzbPkN3kKdBAG5mY1tIjND9Gmr3zRcUyihgIG0oFdGJ6N54daNSvj5bKVlZyaQMRm1k6ACKjO7nY6G/h4LebhVY3oVAELfNw7U/kagggVCRmOJ92BzyNGQ/hcQlAKTNgo3uTWSQx9JVhlLOxLoI1T6+nCPNPa7hPKvI4k4lEG85JNKQPWvp0g5vb8Vni8+NB4G5+eabXXPdTjM30HeaVsj5NWQNtCiDf1Q9yGIYhRO4V2YBuf4cMigb3LIFPjS0Nk6aAuOPPBwiTfUVr8EdVKHYNQCZvj4I8H6oq6pxTYnX2rt2I1OxaBeNzoatIqHIQ8/QDqhtqAW5RoFAQwzi8VEgyCiwJ03ksqORm8CbwdEfAhkbjQyKsqGs53FTYFeNkm5nrJNIsv2QzSJvpjeLxGNfmXlFDqLra5X05UppNgaXbUNiQyOhQMM5nk7AmQe4g7ahk1BbH4FIFQphLAN5OYBCJQOCEQHw1vDK8id6riCjsAXpF4fECzkuIMtIJCJ40haFJioPw0NlFDqg8AhXi2LxrlMaiRISCAt9bjoOWwAEF4kT+qqlADJtKgx0oNfYj14zep1lw4GAIADluoyqm3H0gR+h8NTJlE2cbrrWtN3vrAzcuuCK3si0ZeqaNejle3zq+Vx5EJj83U8fmWvteSTV0jwKysgl9oeBD+PSdDRo5SJy11NgIANRc2mw8kgskMtcM7kJao6dDXJVdcVd17rS0LbsLUstqRTHKBlLL2uWj16jE8OW7OPPohMxoJDBFPU25KGkgMii0V4IQMOEqRAIjLatokvYyaILZoFicGYmitFxMxu8zKq6JTAKWTTa6oM9dWmnLbg7oaHRubMlAxve2YYMvjLpD1WJapBkGfbu2oVGbLxDEv2w0P9wIhTOa8K7ME3kHBTyOA8CvYc6f8WzUNUsEh8SSiUHHd+3DEoQJpAUXrHBcxGVotrAs8gT8LkQqxJA4kPQ362DicQFr3zgDVmV+RX8Pa5DASgcw/OumgNhigeF4sBE3kIup4LOkBDBcxAWASUkRLUofMI7VrHIiegzD/i4yuviJAakxkCRY6nndbfYTPkI00+Euy2DbmuYoew9ecHSYfT+0Dvbh+uegQavM9Brn//eMY///3zuBMJ9qiOR27nhXlszjmZdWnZlASzcCRtZVaa9FSjk8hs8BflkNxDIF+ciAYhOHWtFTzhUZfwy6fo52SkZW9JrNnXpu5NvCLrYj2L5Tn7S5I4tu+4dp8ih7xAy80VaGohZ/j2SReRB2+oDau8E8I9vLAaPHLW+MEy1BvrYetFlZim8ECkZWqWaVUEvgEWUQSvm1DK4f+yalvEPm/3fzGWK/NZNHdC8q7kiBLj+Ql1dPfCCDD2dnZW5EwGFAfiHhUdx/BUnKOEdlvkcCUoQF5ZlIYe8ENyROxKqQs/BBWKLUCzmkVeAS78h4UNhh1pC3gT6DHx+F3kOFPJUFDuf9lFJ5D3gZV5wcOKUhYRGqwgRzo3AdRvwPgsaeUACzwGXB2CH8aSsAxkHiQ8SqgDNQB49NxYQkSdhgITuj3tiKCHkQdmUw4bYHB1mt8oMeYSABE9hWRpKlFlmy4NVjdLu8CjxXV+j8BqEuJ4449N5f3WiY/Ow0jy4cUfD3K/2zmtc5CVYfQJ8/gRitUvrbevGOVr5dtpwDncHh5UCGhkBhRW9y1dAYEIjmD4e8oNdlX4UZFgGIRrYET9t7m+5iK9kC1zOZckBtX+4NdAwLTNy2X0gn/6xe48MNIqHiOXS+rMtyH6HDZQmyVYcyn8bjcQmlneqqdu2jB28/2zjYtrOZG5yLf3kglogHNftdR1yu+0a+ZI9nHdLzGNtXx4+LjM08KO+rv7g3uZB2NvSUvmJYKOMxuPQOHoMdLZ2QWp4EIUnf98/gcQBeT2ua0GpQEC57FTEAb9FBwwIBAWIRqqQ18JCJlOAnq5hqKpFnhTnIAFBHkwJT1pSEIm64Avyuxky3JkepuehiIvFZeIMXUUigDtemUiAcKs95FPgnAlGQAJBA26IbOGM0V70N2nCYLEMEYqFCMuisEsHXHIug4QX74ileRrkMAeCSTnV8fArtOLuZTjqKEbmOB8rZyySclKQivARNywESZKLOCRBOOmoT9gTqPXHWUspcKLwLukXd9skt42l3R5ZZodb/b78PGLRPlfL43+Uz51AYNzFi6lyPjabUt1zGd240ACbzLZ1Qh6N0OKEJnCREeW7mkGIKeD4WCgT+b9MWXjLd/BzP+ok2uqF5/DDof6ZTLDrJCYXOwqS/pmSGRuWDN8aUOGBtmT32jNOvDCSySanFU2VEsOBZiNrpaqv/na64+Y/s42LztPeWHvbwtbWLVf29vYE2vf2QbJ3EBdXgRKK5+O1VVBTMwry6TJ04+a+5QJ6bfsyPfFfE43QpomzGZFqIRdfVU3kKRAoLGHBpyCPhqTRORYkh/KVTMe6RhfyyCvQCiyIAoPO4ZDhM2/G4pO/097Rs5Qknam4Kzreyo7zHfCcBVYj3AcVbwVnWCSm6NeF5Wj0bxsEJJ35LUkYyCB3AolInOWQsOHtZCgUwT1UkYfDyTwIDBIJEydwiQWlVikEIj5TV4g/zT7sC/e5/RFzg7LLbyU7qzW3OJ0gymMpVp8oiMRoQSHHxFiFcJSyKviEvMwHh2WxqkMIKM08xb9FCNL2Wt8PO9HPC71gj/8pPpcC8XdKv19xMGPTVzC2e5Y+WIDsUL/rb6wlCloeSoN7gAwyQAX9PQU9+d8Tf7Ro6cjTDogN7n1M6s+v3KSWSuzsyV+93XyzxBgKlR7SNPbI668vYLEi5v/7OHr1az+/vKuz+dbu/ma+uzPbbJXLAkm59XjjFoNG4lhVPehFG7q7kReRSiNDdCrLlbhYDW61i5cqsZwVCqVKxWi80Urx+SEYiCDRQB58IQ+Z/HBlTiISpSEUkZAXgQSDEJCx61AqkstNPXaFHCcuYyjqCtvEG79QOIHCBhzq4HqTuFcono/ASWS4VByuJYk7e1sZA/JrumA4hcIY5G34KCwg+1LA8WoKhV6bJHHgZ3jwuQxYPgLICBIXxeln/WyLUhNc5fdFnhNYou+cy5/F7ddh4cIzWIATyXHjVtSltPbDwjY/QaOzh5lE/uCo4pdFKYSUyTFEgerleWYXTQnLfIH4djNvtU+ceMkwQRyMlMnj/yWfa4HAmE+8dYzaX/g14zA8ydHtyA3vdGiryS70jzPAICzdvirxg+8+OXL6AbN04VdEVTPvcPni1m8tevPukcMfiVdeW/Sjjo7mH3R1dVrpVOl2jgs2Z7IDlyM/OxoOB5EYCKPSg3kYGOyHwf4hwLs3eQGHCGGIxBoqqxN4F2Y6NQiFYhK5/zbwKJSqqqobEY0iGtXLkM9ZUMi50NhYW5nPIECrtNajydC2sDz6awUi9Utk2l/Dy5l4UhIXoMUTojjnAYcV+/4yyHNAHgxJAoVCELuzCIOr9qLzSBgolkDB/TgrW8tRmIJTvZEH4kcCE8RzQCIJfEIEoSGcT2UHbw+IRCIQDtaKstBoEWY/JTKPkYS4waHVwWuvfXto5OOpcP+zJ1eX+3snRyR5Oi3wMwzaHstxZj164yH0y6siTwn9hV2+gPA2yxB7KR5aqqKRTjvcmGokvHmL/5TPvUA497+hlIvWBDEY8peE8nYpGssW+1v9TGFgplvMHoG84rvl6y4bGDn9gHlmwTkBncye+43br/w9Qcz7yL+QLvLbV71y44Kunj23Dw1md/NM/alXXvnAnhtuOL6elim3sX7M0b097TflMtnRfb09MFAJPwiIJFwkAlWQSIxFxspUtphncwNQRJ6C4+ooNOAgGkmAYeowNIhb3LmglWzII68E3H25ETV1AgQCgqsoiZ/dfvumhd///leOS+eGfuc6bh3DshQOT3AtjMovBxIF/JXGWzdxDgayRpOwwNmWhczaHqCQQuV1HXIoHHHxegcuTIN0C6eI+zkKJBTC+eMK2EH0XIlWaZl7QSjRCy3FtoN+6lSNMo9Ewj2OolzRdt09rmlupUhqD8MTraQQbU8cNqbrvHkPvfe5PvW3S2MiXQiWSumJZcs8BolpA0XZDRxPhzgWeIq2TcpheiiK3omErk9UyHd9QXGHZUDG4Ij8QQlvq/mB8LkXCMzqhavpeYvm/cOklrtwIbuxuto9+JJL/iO3FBk6/gzRgHvgFZCeee6yRYOpjh+l09qSpvo7zpw/f8p78fQ99186PpXqeLBUMA/rRwLR29WDbNWp5DE4Ngdjx82oVNHGxWBLpRSopUJlbqCsl6AqkQCaYiGdwZ3Jy5Wl21yuVEm59gdFqK7jQJL5nOyrPvuWH721FL0H6vqbjj9elnzXaYb6RVzK33SsSlIW9iQw+AtN7qs1WRzKQmFtL5RahkFAVllG4pBGYUYRiRWFvheRuODkrjASh/pwAJgwA0WuCCphQyAWwqsi73Aytz6uKG+2qX27JV8wAowx1TbsaaA7CeSkTAeB5FiK7aAZpg0Iu4Xi+LejYlV7SU2m5BiTPu+8NRXRQK+dXfbyOVEU+4wlnPwMgrLrCceZ7DrWDCR2AsvbDkWQJRQ29QHpdvE89SZFExtIRi+GqJq9jY0PZStv0OPf8r9CID6N4KzPxc9efGVXT+uPCYe54uorlj+AjBGH8BXuW3y9f6Btw2JDc748nMTt/1pBK7ootscNbhloqB8N0WhNZUkUJ3+Zhom+aqAbORSCKJVdpMOpARRqZKCslcBE5oSLyCRqRVxLshwMJR6Jjp35oyu//cDgyC1hyRM//+LAcMdpZlH9ynBxuI5EsYVru9gQRT2rEtm8Bun2JEQIBojmDPQV81BAusgTuFw/A4Wyit8X8jIYFAE4EK3igBSRBxImwEKehk9ioSZSA0WtUKmA7bDuQCDAbwqJ/peD9f4lp19wSPeCbz0cpRuIsT5amojk6ItIpaY7hFNNOqRAApmmXDMrCkwbI1DrTaKcI1kjxxNk+oLLd61An5+J7k++3X1zQO1ornVZt5HjqNHo5nMMs3AQ+niDAJYfCIuiKbef5riXDNf58bzpy3v2fQIe/4wnEJ8gv7ln7i8dl/imlg0dd9NNT+8eOVxh165nlcVL73na1J1jikUN+ro6IJdOAyuRkE3bUF9bDTW1o9GZyPiQ/0yjsMAwcHZnoTLK45Z/mooEw8rB0EAvCkVIEATBrKoTkPW6r4Uj8esX/WD92n132wdetNhzxZ3sW/Gd0/sL/VNcgnVz2UKk/92O47Ry6cienhyHLghBdC8JeQlFMMBGkoZL0NEoqCBRSKGpZSgaDrAECXVhGch6Fow4cq60IrC0BSHRBwLLAWOySDgEiNA05ClLdTh7i8DT6yRFeO64Qw9fV3/4b8r4Nf3hztNqSY6r0lSzpphKzaVcYyJNO3XooVqLMHmDyNJhnz8jMKG/FXLWepaNvlblD7acfMkfVPx8zOb+h6XS4FsS4bqjyqY6xbGL9eBYNRTBvdrTn1t59ukr/2Hew+P/4gnEJ8Tq1Qvp9vatd7EKdXo4FrjohLn3PzfyUIUHHrthdHvbO8+gsH6ajgKPbCYFyd6uSop3oUhANOSH0WPGInedrqw2kMggbRt3+zLRMQuJAVdJdirrWdCRaBTSZmd1XfzpYIycFAnV33XFfy99YeRWH8r8hsg3UXRxt1mywqDhfAwSVM2CSvs8hgTRR0K6YO/bc2JbuI9yZZm0jDwWulGG2Bg/CnsUoDkT+tP9KAyxkLQ4oPiUyt4Vn+wD3M2LxArlQj/yAlp4WXo9FKlanMwm2y+7bA3uS1Dh/l+erFh+MmblrFGOrU8ua/lGpDdj/ZJvpqqrIXC5DoIk9+hArCcYaUljY6jn1FP/VBh5+j/w1ltXCYePCJHHv8cTiE+QV1+/6rRgTPzjYKr1lvZte353ySUb35sP+cGPT5pu6vk1BEP5cW0HtVCGXGYYGHoA2tpt4BnkrtfWQjgWRwbLAouMFtkX2Cj4xwJRqRVB85VVC+RV4Nq8vxkzqen3iTjIelEZuOCCB5Mjt/pQLh4buxE47ha9oOG235Avl8GmqUondZz6TUoUsCKAXsL7RHBBGhpokagUtlE5B1zZhOraONSMCoEYYkEO0DCYHULvJ4mugUMPCYQAB6FgBAJSFRKJMli6iV4/2Wzp5R0uWK/6uNGvTIzW9h506h35f57v+fUfvx6S7NJoy1CnEJb7ZYqkvqAbbpx0qT6Soe6e++XDfjtlyiIvX+Jj4AnEJ8isWbPEn90xbbFDmHtOOPLRq0YOV7jsmiOPAbf8tKTIilo0UYhgQjFbBIrMQg7nN6SRq+/3Q11jIyhKGIUYSBHckapTSCAcEhsYXomo7AAt6CZxyq9+vmI1Gp2RfX20ZDDMr46dJmVJ85aioV5JWELOsUyRtHUGeIACCieGuzXIImGAAFEJf3Catqm5kAgKle3nSUsHFXkHskyCgh4PoNc8uikBwYQMcoiGkpmBdLZsmHbZMjSV4jmK41keAmICfH6xsmkMhU8ZmQ+0jW2s2WMTxjKZV9bUQChJjlugj7zM91i9+gy5v6swtqySM8F2JhmOsyVc5X9i/vwnPYH4GHgC8Qly+eXHc2PHcrNHTQidEJHrbzv88EX7evQjfv7jL88qWOaLFMPG9LK9r/GOVoY8GnldWkPfIzFAcTzujZGoaaqscBA4wxHX3kTjK95ghbdn45wGIKgkzfNn/eCaxX8bufwBccu5M/6QymSPE+noMjOnnqIlMzUO70KJ1Cu1InLDNnQk9UqiVihMAnIowMU7PyMc5FgHUjlAomGAKDhQWy1UdqlKchiaxlVDbZ0f6hubWvmA8vi72zYVVC1zcn64v9G1iWpcLxR3UI/EIxAJ1+CJUJMX+PZETWKrxLObTd14Swe9a/O6lr6rr177L6HC6sXflefNv+e98MTjwPEE4hPmV3cf1hCPBsZMG/+ldQcddO17a/RnXlR1CJjwMMP4JuBkJFzIZmgwWZmQlCQGufQu5NMuyGIA4lU1FSFgaRqi8RjgLEqcB+E4JvAiD7ZNqaLkP+6aKx98Y+TyH5mlSy8Wt655+7aOPf1jGqZOXaR1ZG9JtSfnZZM50H0uxCMKlAs6DA8bUEw5YCLBmDBVhHLJAi7BARVloYRMtL8nD4WcCaEAgOwDUIIUFHNoUDfZTNP4JjcaDa+ra6h97fDTvrKquXlTeKB994JcPjOjrOarcKnAXCmP7oM0wDWgrqbeSsSrzFgsOhiOKK2U46xVi9abkYbQ7j5yb98JY18yDsRL8vhgPIH4FLB69Vx63rw1/5Cn4ThJ5ezzp/2ppKpfx6UdKZtCIy86Bf3EKJIADo3WFIfc/DSJREIA07LRqKxAbW09JBK1UEYjNs6R4EUOaFbs9Sk1F//XRb96ceTyHxkcktx85dSHensHJ0yuGX0Ow/CP7tk5MHNgqB+YkAvVdRHo7sqCbFGgZl0Y7NfBlABqJ+H6FwDhOhGKJRMKGRNoWoT2PUOVbmH1TTxwnNPL8OyD/X1aJ+NY1ymKFOR4+hme51acMP+MHoWV6/sGmr9m2toXkOBV5wo5yKs5yOWSkB8uQTisQFVVEESS1xQqVIg2RFIsx77OgtRqqm5fMDHqramHXNeK5z4JXHHH44BBzqDHJ81DD3X+S5JV9SyRtoy0X9OLRyErZbEA4D6iGFx9ulJVCqc2uw4Yul7Jh8gWMsjN50FRAjbLciRJ0ui4iUMMdBr59IrlG/dULnAAhELruGKmMDeTLzeFG2rSZSjNLlpavDCEu6M7wIcovNgJpEwD4yfB9FkwUHDBpPeVsovGGaA5BvSyijydQKWeJW7+M9RrAIvco1BYNOtGiW+wvPQCEp8BktAvyeeyx7bs3Fzf0b7TESR2/ejRk7dxOhwu0jwTj8WJWE3EjdVUmwWtkBoY7ufT+TRbKKuSDVZEUMRZyOOaWy6VT8nnh2adf9aUxraWGaWHH9/SO/KWPA4ATyA+pSx7fI05a3aMpwmqgWbIJrzLksFdbNA46CBhwMuauN4m+h/yKEj0GM5yJMA2jUJ1VVMLw7EERdESnrt0HFuTxfBbLyxbuxl3Qz8Qli/fax81p/ooU7WOTdRVVeX03CzVtUE1XEhlihD1SVDSDYgHo0XHtDMFQ5P9CVyDwwG9aCAPgoNorQK4JSDOyyApB6qr/RVPyCiVgLH1esq2jnFtfdOoqU0rJk6Yti7gxzu77K8Xi/l5A8m+6bl0xwyZMQMRH8+wpIA3gRFV0XgHCjM2+8LVK12GyKlmIZHM9ZPZci9ZsnIU8C4lynwDx9oxijNaF557yK47H9ryD16ax4fjCcSnmHVv9ncdf9I0BllTAilDLa4BUWmIg4wL+8u4EzfudYEb3GCxwG39wbVXVNXU/iQYjKRQmHGw61IMSRLIspi1c2Z/9YDnIDBHHV116lA6PUYUxL1IgBpK6RLt9/ttIme5Ms2SkaAP3Zboyen6rcmh/OyAnxfjilwibFNv69O4pikBUPws0BQSiaINw8N5mDK9rhIqBWWGVCRK5FlhztBw9+xcKfXAad855xWCZFtwA1QkcDNKaimeTnYzw+lhyOSyyPOggedZP+U4TWMaJrw5bvLMBzLp1NOi4OsyLNKXTCXlZLaHKRnDRE4bxv3Yewb8VRu/cPqRzvLH1v/bnbUe/x5PID7lzD/94L2MKO7V1HIN0oIIQTpcZfcHRVYCa+w94IK0eAu2JPm2N42dcP3NP3jltXMvPHpIVcumC+QEhuYFgrBSJ50wdfVLL209oMQg13W4N1/785yhZGp2pHbyzQZROLRQ0hXO9W8SBDKUsYosyCjMYd09LMk86RR0lco7h9VW1/+RCsPOomaGSgUtGKsRwR+UwC9HIDOUQyFHERrG1MG4seNBt1Rk9KwgyXS9pulz3l7/cjhX0p+YNH3qcp6jOmkUl1B8qLZYduiduzshlS5BuWSSNEk7PGvtnDXjoj8eOuOa5hXLel+54LKT1nGcvJ2jZSqXUyPpXKY2ncnMyvTvPYw1+6uvuv6k5E8euKN456KHPG/iI+AJxKecF1/caaxa3tz+zrtPvSPIss/QjShJkSxNEgyulE1SFrAsawsiQYqi9OK40Yfdt2zZRmfS+GNSN1w3afX6d4dMx7Zk2zJj46K1D//l6Tc+8o5TDApJ7EMOkU/TNM1nmcbbFE9+qWuwj4/V1t3pWhZRMrXxFgpjaJGS4tPH/ITMmoLqGl/oHcxs+sEz11/Ttbt9eLA/O4ZmISr7WMIX9EM0EAEO8uCisEgJBJxYtLazo6e/hafJWp7lEixHHG7ohYN37douawPBZY1ThZfQey2xHOv3h6Uq7ETt3dMNyYE0ube5befy536fefQXC9O/fWSV/vRftgy8+HTruz+69YpXXZt8SxL8bY7rVKMQZoZmqkcODHXO7t7x6qgF5x4lnvOtqdKZVxxqPPrAJi+b8gPAY5HHZ4SnV94Q3r5hc305b07MZDqOoBgibTkaqQSCnOPagXC4ZtVNV698YuT0CnfeeTnni4mJ4YGO2xmGvX3Bfy9YdyCFVdpXL+QfW73sJ3tbW4/uHMjfNn3muEXFYi5imso1h84cE1/14js/BHD4YLXSW9UUPZdIst0DA53vdPXk1vV3FL+3rR22XXJ5/SReoH9dXQ1fSNQ0SAwEwS0bMJRM4v4e7kFTJ65r7+xasWPjriq/Il5IEjrJBUVQrZJdNvU1+ZTx/ElzfvZUUVgxajjVexU4MNvU9RqtYMFAb8rSSoXueCzxuhQMrZl7zNdXfeELN3SNvHy8CkM+8eJpTSU1P72k5b6RzyePpXTN9pkiISvRYc1vt/FB7o9Wmn9nzkH/1T9lynwvoep9eALxGeW++y5misU0ffXVS8rYCO5fenL0olOex5uO/u1y3h13XBBnFHbC5ElThubOmbSHIP5x+/v+uOnayXcNDfXNGcyQdzSMid6rlrOKplNnnXri4cbGdbsf3rKhlatqjFnR2vCJo0ITunY3b3g2myvVtO7uv90s2Lev3wv5n/70sCnhKuc4zcxeLyqJkE/2U+mhMuTTKfBLQuGIg8e8+uTTG9F90l9lKPNUycfV+SQRCL8N2bSVJl3l92ax8f65X04Mtne3H2k5matFhp2u60ZcLehIKLJOqZA3q6prlvG89MzkiXPWfu1bd7WOvIUKK9fdEB5KbZji6rkvWUn7W2WTbizzRVpX9YKjuWt4vvbG/PBrOxYtQhLkUcELMT6j4DBixYqdFSNHYYD7/BMt+y2Esnz5ptIpJ13Ud/oplyYJovEjT9S57kL6zTV7T8xnM0pZN/p8YXYazTByLlVce+xpJ7ze19F3om1BOJ8tliPhxKYbjr951cqNT15Ekk6dYVuKTkBXd6/d/MorPUPPP9ezfu3muzoBLEozi5NqaxorbQ8ZiudQCBQ6ZGo1XZQb79y1pdlJZgpVetkI8AxJ+n2S4LC5WYbTr+3eubv5J4u2vnvy/INWSbz8rmWbUiQW8ouKoPh8Eq0Wy+MHeruOS6UGph57TBN/8QVHG089u6Wy7+SR+98oP/1YW+cvHr/+3WRzbpvNcB1AuX7TcCy1ZLVmc9nVP/tJ1usG9j48D8LjQ/n+NeN/0dfb/9VgIvacGKSvUosaP9Cfv/H4w49au3NP830s6xvb1tzhlorm96654sKHXlz53F8ohj2+ZW8XpHP53wXCkV8vWTLYPnI5eOjxCeO6h/OXVsUaTxozavK4fJoFVR2EGE8O+fx1tyxf3bLlnXderi5my1dXJbipY0bFuVitAAbpDGRyhT9TrPzrRde0VAz5d7/7ch0rc4dYavF8UeKOJG3dn0mmoW1vUStqWSMcCr4TDlf9NRKtWnveJU82E/9U5PbZl88cP5zMxDPpnt3Xfnert+37n/A8CI8PZd5R4fNsFw4XA8xBgggSQXBuvlBc05SIWMnswHGmo/llIWi27O1Nr3zLXBaLpY6lWX6SJPt35TOZWY2jxr+8dn1vx8jl4Jklw2nOPeLtNzavJmiWGKfb6YDrUFDURa6ta29DLrOn9og5DR0te9RXNQ3q87lCXSQgEpGIKIsKXQ1kuf7878zcvWRJR3b27Nbc88+27Pra1w7e7LrUUFkrJwjaGaaZ0IW5fLbdsspj0unUt9VC9pjdO5aGzjprtnvP7xcat932ZGWPxhMPb0stXbKnc+ULg14pun8DOfLVw+Pf4rrbWYLkhm1L5yXJCSqyRJIE+s8l4pNnf+kFw84nTbfoyAGXrW2ITill3zmd4+QMemYPL7DLWI7b27Jj+6kjl6uA057nzFmebwpNfcIqkSuyuZTp80ugG2V65+72cZzCfk3wR7657KXUMp4L3lwoUY+s3djntO7qB85lRysid4FKd1z+x6XxSSOXhAsuWLLzvPOevpXj/d+iGefwG3/02ot/+NPALVV1oy92SPr2bCGX2rFry7UbN7798DNPP/rdh/5y1sGu6+xrpOrxgXghhseHcvWVox7Q9ML5kVoOeD4EZZWCoYHkfffe3XvFpQuCF7uWfceU8ZOpvc1D0N2RXVZdGxwdjvnpSCh+/o6duy8a6E3OKuvlK1a8Yq8eueR7/OHeo8/MG0M3kII6pWn0RHjtlR2AGxEbutR21FGz7xUi9APPP/qWuHvXrl9XRZkT62oVZfzkCMgx0nHZ/B1SWPjTKYfu2jFyuQ/ktp8dPa61c8d5hGuf7Lh2gmbJ/skTDnowUhV5+fSvn91KEifmR071eB+eB+GxX/72t19JkiRbYBMux9LAUmyl3kTZUMPoYWvC1IbtFO3sKRt5qG+oBVFxTrRsY7xrQ0T0RXSgpMWyT6n1yfI5Z5wR9O+76nsQuzb0v6SmuTdLw3S2r7cT6sZwcPgR0yGXy45et37j2dve2Xvu73+/Wa8V6y+W/FUPNrdk+3duTUKmXydJkzmHVPUfvdEyeYzrLtzv7/I1N77cEqu6ZOGkaVPmiwL5exfMzO49Wy57a82r9/7m9kX/9dRTF83MZpcFR073GMGbg/DYL488ssJ5ZcVdJ9pO+eBQNFRgScnRtDJjmO6WyRNnLtuy/SnNsJ3jgbTqfXI1QRFCuVgc4DiGVnne/+ItP3tt+eTx3CykJYdJrDm4ebu5ZeTSFd7elNTe+mJNytLok0XB59cdFThRrzQVNlQ70t2WntDc9lLulCu+1FwcKL06ONC3ZyiVP0kvEbTAE6LAcY0kuE1tubbND98zkNrfVpM1a9bYL77Ykfzmt6vfqK+f/EKprGtlTavO57Nf7Otpnbdj56bo/PmHty9btjM38pT/9XgehMd+6ej4M8OJBEfiJjqs0CLJoecZlnMNQ/MtXfpL9oYFe3sIYNbqmkWwPKlNm3rYUoXnB/2iKTHO7pl33nknFwxV/9I2bcly7GOuuFSaMnLpCijGdROhSbts030iP2wAa8QhOdgPLpWG2kaTmjiBbOjv7L9i1eK1l46Z3cQ/9Wxxic+vXKPqsHfzhiEYaAWxnKFOMYeoMzf2fQt7NR/KggV79QsvXNX3tVPn3TFjxhfPkpTA3aZdLiWTvaOGhoa9sPt9eALhsV9GjQqTFlg27szP8fQ2inSTQDo6yzDqtMRXHFzLoioSaSHAyJbNcoGWQ83TZhyxleGBLxTLpxXTd4wvaNN3M6z4kKYSJ8XiY2du376QHbl8hXOvfCjn8vRDalnfrOaLoGf9INIJKKlZjeaSRCieHW/Zg2e+saz50pL7dOzxx7P3iL6669JZZ+WOnX3QsrVo5QadUN9G5b1K1h+Fgw/+g3nBBUuSXzhi9J9qakadF6s76Cex2Ni+kYc9EJ5AeOyXHaBZjutGgeRskgi9ywvht3hRKRAUyax99wmmUuiGIlqBEk1wi9EJk0ZvleVIWhRj0NHZN6p3MHPEI488qpICrHYJomvr5j2n/HMBWbyqEaXC3RRBP0QAYeGStOU8uV6ggr+yGbKZEZMg+YfGA9F75k1X33rlMyuumnrPXRue9/uVnw+ntba+3jz97rqOSX3dbx6Ps0pHLvuROfHE5fr112/q+/73Xmi75JI/eP0934cnEB77JfnsCyIPDi6aqxMM9S7HEUWtXMxajskde/jRlaKxUybOyHM0mS4V825399aD8mqql2VDNnLdY6Zhzrl/8QXBYtF9IxiJve4S7he/eZpwWuXi72PBouV5kRe7ULiSIRzJcHRy05G+hbdQEvl9YK2neLEM4arkqEKh9/y1r7353ceXXDDtoYfuWdswetzNallxiiV9bl9P7qoH7z3sfNddzY9c1uM/xBMIj/1y1KlXmRxp+xWOzuTTdNHWiCESSIMhKOfhVQ8r+BzHpYshXzVvWSoxnN5DmW7OzanDVChU6/IczO7ctqZh6dJUwSGM53lJzJmu+90zLv6XFQ0IJGKv6loBhTAuC6QwMGX+fKOK6X9ekuO3GKa7Tg4aRFVDIdLb1T6/efvea5954a1RF1749dejYd9vZckPPf3JI3sGen9+770Lzlu58iv1I5f1+A/wBMJjv+xY/4yiiFEUUdBaOT88FIpX0QRBuoZl+o84YlbFHWdFQWI5ruQ6DK4ZOZ1hyHYHnGGSBAIcqkorDp+Jz/vTn/pXsCT7KkPTE+iM/l/42Pu58MInM5TEXmWY5TU2ob9+553Hc/Png82UjttBU/wCw7ba/GHbDkTUUEf3npPWrH771r39u8Z/aV7T3S5JX+461CupTCnS0zV4a29v+rrHHz9u1MilPT4mnkB47JdIZKZrGKyla64dCEx186WMrBuqRDO03jlQrOQNiJov7feFApJEgaqmWTEgCyW9YAdC9cBxQsCy4LCf/Hz2l/C5IR99jwuOTVEw5/zLxRn42N/Blai///2NK0VZ/7pfct9csGB5JYTB8wLXXppex3LkjSRHtNeNQb+2VMbX3d117DNPbr4sQ5Pjf/2brrvHTpn8A11nHstly6XtW/Ze0t3Z/uDzz3/ruL/+9etC5QYeB4wnEB77ZXfrOyGOkxocm2Q6OzcqFK2DX+I4nnTDMb9cKT7To7X7TKes+oUIFPLZaY7rcjRNp9Ry1ojHx+RM3TrY1osJfO6JTfPa6oTQYw2u76h6ofqgxYvP+IcVDSwS11zTMvz37t3v55rztb9yZPhWXqDemDqTBlEscR17B4/b/Hbq3BWvXzXnxuveeTueqL9GVMRf5nNa+1B/8qh33n71zmJx4KSRS3gcIJ5AeOwXUdFmOYQdV8saHw7H2FLRjOoll6cJ3vb54vv2MnB0GnkVtuXgZj4EFIqFSbjKvOXCsyRNr5Rk0SnmO7+GT5131UPZOjGyfhQbTk8pBL5V2117QMl6KUl8qKgSd/EStadpkgvhqMG88eqmE7a823z9Uy/998ybb14/OHXq1D8k6hIXuwT1TCqpb2lr1voWLpxLj1zC4wDwBMLjA8HNbfsH2+aSBMgiL3O53FA1LRsDQpARHNL2t/ftqRRWyeWTkulaukD6cVXtuGPq08Oh6jFqIRdJ1E36GThEN0FQR1x/vXw6Pt+q4l9nJ8ovs2Pg2JT4xnfwsY/Kovk7DZ5LrNJKxCIpaKmN4wjwBVT59VfWzXt11YofPv7CMcfxMwPmokXNrwbC8QWCP3HjT2/d8PaiRf/Yd8Tjo+EJhMcHEpkzyjFcTWMFF8rFLM/TjGFpwijNcDmLNLRRY6dWNjjFZH/RtawyUDb4/VHI5nrGuC4z4Nj8W7WBuh5B9P1ZLVoB1hVP/MX1s/xXL1qbFqu4l8p+Eg3w2Ttuv33M5MoNPyJXX7QzbWTs5QRF/jQYd0vjJjFgWkV/R2vyS2+80n1xRKueh8/74Q93dN922w5cVerfVtny+HA8gfD4QMaRCwzNVmnTYkCQfWZRzU4sDA8EOIYjaVZ0WlrXyfi8wf5h2mUopaSZoJsmqIZaohXt/h//bO0Pv3jiTcmqmjGbFSmQLKvm1HnHnFtx9TNCaHtXprS9L6eKg0OZBfjYgXDjjYWUS1fdz/Hko8Eo5JomOmBqutLTMXTC1g1tp7+x8caDR071+A/wBMJjf7g8y21hKRqMYkkkTL0sSYFqlqXAJkypYVxtpciKEBBYhqNzSjwAsdhoKBeIcC6byf89q5EH5V1eDG0yLfOQx576/lH4WCDCDDJ83SPJFGRMnT7kuuvqD8fHD4RrzmobjkelW4Nh38uROJmuH42TMkn+3Y3rv/nOmxuvenDxGVUjp3p8TDyB8NgvLllyDFvNsByrG3axydSM0WpZx30sMtn+TACfQ4mKY5mlhGEZW13XaYlEFCgU+s9cvPgMDj9+3mVPDrgEscwl2TRB0t/7xS9m+ecf+2QuEZ+4JuCvWgI2OYGwiUOvumrOAS1HIjVwzvzKUJss+n4sysKz/oht+QMUkI6pDKU6GCtn1oyc6vEx8QTC4wPBjXslSeljeck0bVsW2cA0npNGsywNumGIhE1XyrYxxZJP4pgSw6nL8sVyt6pZSFiYUclyV6WSFG6eO23y4esk0d/NslxDsVw8Fh//xjd+s1eQgqsoih42TfVkH6d/LIM++/Q9W+LVyhOxhPJyrKoMrsPcI4XZB5sunP4PW8s9DhxPIDw+EJyTUCiVSpalJXlWBJ5jj3dMfQqAAwzLaSTjq6RanzHUs8MxnIU+ovFOUZS2JRINuJlwlCTshqUbLhbxZiyrlOoLhwKreMau4e1SwHUXV5Y3BSGwmiKl5zmGPUrXh05cvXrhx1qOPPuU7pXVseolHMHvDkjmuh9cse2lecQib+XiP8QTCI/9Q7k5luMccG0wTZ3NaMWc61IFsM1AOt3O4FOISzaaF5694anTT390SNftdtN0WyRJKGZyPWen2pp9gDyIb1ywJGnYzEaHYPtKavmK3/zmFzH83AULliRpRlxeLFPbM4XCBa+++pePvYfCUactDiTGHh8IT3165JDHf4gnEB77hacl17ILGsdy4NhOV8hX/13TNR8Ex+KqI1X/MkLzfHCJKE08w9K0PxNAVOtG/zmAs6YQU6bPeRNcuhcFJfXFdO697MYFV9+1mgJ+K0vKDblB9Rwc2ow8dECcddZj+Wsve7tr0aI1ldDH4z/HEwiP/RKJVaskRZm8j4SCkS+HItVri6XOtyiGymQN7V+2VV9+4RN9F3373q08mA+XS0Y3EPzMF1/7ehQ/pmlaTpZDz9Ik+BkK6u+7b1ZlR2dnhNdC0cTjFEFQjmMd+r3vjZuGj39MvJyH/4d4AuGxX0zV1i1S0wjgQaaC4kDLUJggGMN19EhNPP6BTW+POOKUZp4NPKcViNbkcKaScTl//h9yilK9g2bkzkwmdRLHuRE8gXkwcbBZGwtsYXj6ry6Yc+1S8dCF58z1ajp8CvAEwmO/xOsSBZYS+imKgGwuzQKZl1iKp0mS7x3o7Y2MnPYvrFxZV6qPnXTrodPn3ilYoezIYRgzcdx6hlMyQDBNXe35uXgCEx8//7+f6yYJ/jnTgqTtmmfxYzITK0/w+ETxBMJjvxjDkzSb0YBlWYuhaX5nx5tTlWqeRQP/BJIWP7Ab1aJFi5yzzrorf9hhvx2cP//J93qBJg6amScJ4mWwLB9lG4f88a9zQiMPAe8PrXOBWWxZ7pyhgeQRixefUcnU9Pjk8ATCY7+Epjc5LgGdlEBQhKP5/Sw/hrXYiSLPZFRD+0AP4oM4KHF2iWECJgEcpDKlGZA2m0YeQqLy9lAwVv0OyyupYqH8nf7+4fjIQx6fEJ5AeOyXOjhMA7okkDShc7wC+awWr443Dbo2EbPM0sfKWYgEiG2WaoNjOtPSyfJB7y80e+RJx61gSLKTIdiZeza2HDNy2OMTwhMIjw+DUpiqNhJZbVEtgFq22nOFbNEl7BzJuOGPsyQZCYr5cNzfbJumYNn6yc/++VzfyEPQu7OxCC57h+O4r9mk/e7CuV4dh08STyA89gtBEFZJy1suuGnJJwItiJORYTebllkwypoPZ1uOnPqRWb87vzxSXf26IMolNa9P70ntmD/yEFxyySWmmfO9UCjZ56rtA9sWrfHqOHySeALhsV+w+z++7ui/yWziXVwiyi9Khgu8QZGQ9gkyjR4/4PaNuHiLRVO3xeoSb7u2VlsuFQ75y1+OqR55GO56bH3+sWfSPQ+tgX8pO+fx/xdPIDz2C/IQnEMPvaXLNe2nkRgU6xoiw9XRBENTnJwvZKPo8fdWKA6E7353dTMvcksExd+RTOb8us5WciU8Pl14AuHxoWARMAhTZASWIkipGKluUmzTSFAETW/ovU8cOe2AmXz52w/QjHA7yQZ/fu65LwyOHPb4FOEJhMeHgiciHdtiNE3lFH9dlmOUSbIUNHPp0uiDay45oH6Y72ceQViaG76XV+Zv+ThzGR7/83gC4fGhYOPlWa5cVT32yaGB3OvR8JTlWrE8zLO8tWrVT/+jXAU8H4GTqkb+6fEpwxMIjw8FexCjxk9cUlUz9ueXXvXwa5RlqYn49J+6Vu1jRx99Y2bkNA8Pj/+9/Gu+w333XVypB+Hh4eHh4eHh4eHh4eHh4eHh4eHh4eHh4eHh4eHh4eHh4eHh4eHh4eHh4eHh4eHh4eHh4eHh4eHh4eHh4eHh4eHh4eHh4eHh4eHh4eHh4eHh4eHh4eHh4eHh4eHh4eHh4eHh4eHh4eHh4eHh4eHh4eHh4eHh4eHh4eHh4eHh4eHh4eHh4eHh4eHh4eHh4eHh4eHh4eHh4eHh4eHh4eHh4eHh8SkH4P8AMWQH9Ogc/moAAAAASUVORK5CYII="/>
          <p:cNvSpPr>
            <a:spLocks noChangeAspect="1" noChangeArrowheads="1"/>
          </p:cNvSpPr>
          <p:nvPr/>
        </p:nvSpPr>
        <p:spPr bwMode="auto">
          <a:xfrm>
            <a:off x="3376013" y="2463950"/>
            <a:ext cx="309638" cy="3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2891" tIns="46446" rIns="92891" bIns="46446" numCol="1" anchor="t" anchorCtr="0" compatLnSpc="1"/>
          <a:lstStyle/>
          <a:p>
            <a:endParaRPr lang="en-IN" sz="1830" dirty="0"/>
          </a:p>
        </p:txBody>
      </p:sp>
      <p:sp>
        <p:nvSpPr>
          <p:cNvPr id="3" name="AutoShape 2" descr="data:image/png;base64,%20iVBORw0KGgoAAAANSUhEUgAAAQMAAAEECAYAAAAs1FFzAAAAAXNSR0IArs4c6QAAAARnQU1BAACxjwv8YQUAAAAJcEhZcwAADsMAAA7DAcdvqGQAAMbjSURBVHhe7L0HmGXZWR26Trw5p7qVq7o6h+nJo9FIMxqNsoRM0GAhRHqAwGCeCX5gMB418JBBBAtskEAEEWRLKCBQHs1Ik3P3dA7VlePNOZz81j499rP92Sjx/Dyj+4+uqvrWuSfsu//1r7X3v/+NkY1sZCMb2chGNrKRjWxkIxvZyEY2spGNbGQjG9nIRjaykY1sZCMb2chGNrKRjWxkIxvZyEY2spGNbGQjG9nIRjaykY1sZCMb2chGNrKRjWxkIxvZyEY2spGNbGQjG9nIRjaykY1sZCMb2chGNrKRjWxkIxvZyEY2spGNbGQjG9nIRjaykY1sZCMb2chGNrKRjWxkIxvZyEY2spGNbGQjG9nIRjaykY1sZCMb2chGNrKRjWxkIxvZyEY2spGNbGQjG9nIRjaykY1sZCMb2chGNrKRjezFax4geR/9qPLZz74v4J3zdM/jv+FJ/t+8az9H9q1hoy/7W9w6v/zx1+jh+He6wXAMircf1cr92G7cj6m45irQ0e/tRH79+5994fCRvYRtBAbfAvbRt71NedvgUED69In+C2/5Vv/A/Ql1sfL7ES3x3XJ+XHfaDdiNXQw7zS0pFpJCmWQUsB4d2u0npFD4KU+NnorFxlvSu26yXjjFyF5CNgKDbwHb+tH7wl5fPa7Eg05h/+Hn5f/zjYZ4v/+eT7+yvnTpV7SOdaeSKSDgSrCqZSARgwwNicI0EFXg9Jv1oderea7zgKbqf+fJwctLcDePnLjX9C8wspeEjcDgW8QGv/Dh11uufSuiON1eWlodv/71O2ar/v2NncvvqT5/Xp56+V0wGi0YtRqis3Nwmm1obgjGcIhASIIaV2HB7eqhaBfRyJe8Qvp3oz9258kXTj+yl4CNwOAlbN6pi7Ot7dJeRdV2osbscvsrD/4bxzLfPOjXSqFAwnGbw72K4syWK7soHDuOfq+LbrmK1Pg4uru70B0Pcijsv2/ZQxjdBuLBHNJ75gbKdPazkozfivzsG5984XIje5HbCAxe5OZ9+ctqbRFjrfLFW8OTUxtqKhztLK0ddRzvlnh2TE3E4i/vtmrroULq4fZi+fPm+tZ3yZ70LrttQtpoqEpIRmlnC/nrjsFyHTQ3tqDrAb6CiAVCkDUNrX4DzfYu+o06JmePYjK5B4FMtmuo1ueUfP43tJ8anJakV9kv3NLIXqQ2AoMXufW++Oh459Lar5uNxqv69f6aYQ1Vy7WOSY6kBqJpJ5POhc1BF3JM33YV5bGIYaXNQevOQWmg9tcrCCfiqGyuQI2GEJuYRadahWf1kcvvgdHu8AoewqkYur0W+p0W4uPTiEtxJCI5OJo0hKp82Mg23pf6l99/XpIk59pdjezFaCMweBHYC/P98n92trW3/eyN+nXzY8hrF4yBd4fmaSes3dqc3QYG5sDuDZpqKBxBUAkhmsih2i0hnIlBrpoIRgLdVCERrW5U0LxaRipfwPqlU3BVIDQ2AUmWEI3GEdPSKC9egTM0oKoKYjwuNT4BOj9vSIHMc3fOX3T0ZGS316a2UKTfnPvUr31Y3N/IXpw2AoP/D8zzPqp4XjRiSP2s3NWiejS+DFQGknTvfxM5Pe+c7nnb2R7WnAiODmT5Nrrzf2uu27wZrnGbY/c31cDqE54X6rcfaualYOpP7Z36ZPPqktTarM7ClJEIF6DnwqhuLSMYCEJTQ5A8Dc1BHbXOLgbNDvK5IvRQAMGGg/LZJQSDEUoBBZbRhcTPBhIpjOWn0NosobG9BcUiSGgRxAsFFA/th57IYlCqYPfyKew89TDPt8fLTy7ATkU/8eX/9NPffe+IHbxobQQG/x9Yt/H+G7TA2I8qWuC4axmq69hn5IDxp5qWPwukLA+N/ZbZP8Y4fpskh5OQo13Vu+4p23BPaeajS/Ce9IzkXWOqm7gL3vhP0h3nPfRWPa9z0pOiS7IS2CsbeIN8qZ6qPPo8amt1dOo7iKRScGwbg14HoXgaXjCA7cUlDIdd5POTyExPo9WqU/s34e3WUL5wDqolIxZKIZHOQYkFoCbp+LEM2ttldLt1GIMBAq6C7PQc0jNFGH0DjctXMKiU0G+XMbP3ZhRvvBm2is9HX/uy75dft1B+oRlG9iKzERj8I9pweOWQKjm3wSu9QwmU7gYifNeFa1t92zbbnms/pGjBPmDfwD8ckqBonrfH8OQE47riwqucdFFbleVc1POU47IUniQdDwE5Ht6F62yashLXXTdkuk5fU1b60vbjX8Hao+dQXVpHIBpDIJdBdv8R33k3L13CpUcewezeo5g8dB1M08Tu8jK6wxYsOrXTrPOm+8hlJ+DsNqAaQ0hDjbcsQQ1Fyfx5VbMNz7LhEhSiiRgc14VGNpHIjiMxXkBsahpW0MVwe2k3MV14R+hfft+Doi1G9uKzERj8Ixg1vWoYp/ZJivVHErzjMhBWFENyvR6VvgkZHjyHTkW6Tkfu0dHIzXkUkvS7HHW6wy9CDMZL/HvWleUk/yi+Gn7es+FJCV5jwFOdhacFec5ZuNTt3qCJnYufw+IfPorWFQux1CRSB/Yjf91+Onsf66cvYOPZM5i78VZs725DUVVIvIxpdWHYJsLxJGYX9iMWiSHIW6o8/gTKj5+EPAQ67TbSmSIisSxIDBAJREEkgBIhWAQ16JEwUuNF8JlRWjsPyRwiWMj+7p63/Pa/lO4dSYUXo/FrHtk3a7/0S2+6Eaj8qq7Z9yiyrQs2QJMk8FdGdDhVwKpBdit0bEeT1KLkuXFChMT/BjxG/KbzbwP+FPGYkIIGPHMLkkPWLSuQ+Hn0luBILh0wAJcUXg3TMem01ZNb6NdVJKbGEUomEcymsH7hDNZPXUI2nMVOZRPPnX4cUT2Cw/kjWF+9jM3KFhzPQ0AL84oqXNNGcrIIZ9CHbQ5QG1ZQa+/AsAawCEjkBlB43SGd3jJbGHYb6DVraJbXYA9afGSV5xtEt9c/d/4DZ06uiQYQ5t13n/zuu+6STjz0kPfCWyP739RGYPBNmus+VPSc3R+VnNYPSGrfd25JsunlFj2BisDt0aErBIQmjyVIBPaRg0+x5aM8LgBKBx5D1iBAg5/xkOC/6VyDdUb+dX5WTO/xGGOHlL4KxzRgN4ZwyiWgtQ6n1sPyl5poDmsIhGNI5BjNMym4loWlk2cRi4/h8JHjJCLU/dkxJGIpOjtDf1DHwLYQiMQRiiZ4LzLCqTS8gAarVEeQ/211V9ExajDtATq9KoYEpC7/bSsmP6/ynGQ8fGKn1YPZaxIsnIKrKtH73vDtX/6dJx7y10Hc957vTRkL8fFfm7yhOQKE/71tBAbfpL373T8Rc93A6zzXnfXcQVBSSAikXf7FoJsw4gpHdhqM7inI+mFAneb7Qjgwwov3zTIBgaxBoXNJGQIIZYC1TBaw6YOJaxFgbJ6DUdx1ZNh9D07pDBR3QAdkdC65KC930W11oOlB6JQRly6fQf3qGoatNnJj4xif38dr8LSM+AOezxwSsDQZa+UNWMMhUsGELwO0gIqdnS2YlALJqWlE+grcgYWwmoDqapQmQ947AUzcj2PDIWvoVDfQ3LyEfqcGyZWhyIGcaztXfmjPTct/dOU56xf/jzcdlGTp7eo7f+6Bay02sv9dTQjXkX0TJkk377hy8gGoC21PPSC7mKDf7qez50j7Y/w7I702A08/CI9ORS/ky4Zs78Ab0umtkh9dPWkOtkHJ0H+OQLBK5+3Dcyzq9SRcfQa2myJwFCjmN3nOBiy7gQGjsaTbjOwZ6HqUX6aExx58AI9/+kGYXQPzh+ZJ3Yco7a6h1iqhUi1ja20ZG5uUG30DRycO48jkYSyMz6FV2sLnP/ZXuHjySbQaVejjaSQXZqApYVSMbTQpdQaOWN/kkTNE0K5UUV5bQ5Uyoet0YTouDE3+QiCb+rjsOtpNn/6jvhhLQTTz3XIgWTTOf/b6ay3235r30Y8KLTWy/w1sNID4j2AD6/nXqVA/qKr6pMNo71Fjy3KY0ZP0n/7AX6jzGZqF9meE97wK5ME2PGsIT8kSJJKUBmTQxkU6ug5HptOrKQJEFK5B6dDYhdMrQSGtd81lmKTrxoARWslDV/Mon5Zw/ksXGfkNlHZqKFVK+K53/Cga9R3UyruIpsg4VI/MQ4FNWdHaqfC9FIa8z3giiQAp/8bGMk5dOomj0wu47ra7cOqp+9FevIyoEYUpDVEnaCm892SADMcht6GskAgAKsEhHgpADemeNTBWc/e84g9u/6W3nw1EvTmSl1e7Af0WVUXBMa3/KOnJ571U7pyS2Dft2r2EY1mTXrtaCZiDxzFdf2KU0vz/r43A4Js0w3jumCzjRyUYP6IoiqgURGc3+RL0npHepP73JLhSmkAgQw6E6cRidkGMJVBWe6TixAvJS/AwMdQg6HefLMHwZwu8ToVUXUReExr/swbnCQZDOO4EgaNIduGhu9pH6ayElavLmDl6M9lCANlYDkuXzqDVblI+BJDOZ6GHAwhGQjA6Q2xfucJ7pOQwTUznZ7C7voxqvYLZfQcQL+Zw/xc+jH55G1mCkkaX77g9Cp4+wv6wqEY5IH7KDPxRTF43Adlz2y7CZ+KpsczcG27txfaMXxcMhBUkMrJktQFdobLQK0602JDjmZzqDlJOv2/LDhWILH3C1PWfCafn/8vA48j+19tozOCbMJFpKMuaoL8/rahaBlKZEZ403mmS/lcY+eskBXRwh6AgBhGH4tUBCBKe2eHnLUgqHRohAgcBpL8Fu34BRvUqjNoiWUGTwNDFYNCB2W8RIEqUBsuwvSxMI4chT1/bWoVsBqAMI1g+exGKriE7MQEEGLkJTK0KwYQAI7IPh5QG7XaXskVFcnwMw14XqqyiXiqhUasgkchiZu4gBsMmLi8+j57RIyswYREGxGCh47nsMGQF7DUKvTiZynjFI3tQuGVBSk6lApFiqpeZnijKqj4rK0EeSsgIxn3QoZ6A0rUjSGYzqmeE3H6T9z2U0e+KGYywnox9+cR73jcCg/8fbcQMvklz3Y8XPS/6FwSFezxPyAI6Op1JMmvU/S6dnDTfi/kDbpLbgUvJIJPau3KITpmnvwQZnYVT6hi2tyDbElrlTQz6jMRkAK7t8WePxzDCezuQ9RQp/xyGzRD6pSYsMgd9uA/dFRdnTz4Dg5F77th1CERiSIbjWLp4VpAPGAQl13bIZAYEgTb6nTqGwx46nRZSyQzGJ/dg756jGMvlsbx+Dp/5/IcR0ALQyQA8ShiFLCDIu4+oEsIBDdFwpDdVnP/KxOuO3hAr5AtmfUc26yVE0hOIFScQLxRhSw70hSnImSzcs2ehBJKQDhyD1635bSfaRrbJhIamQ3T5IsXULwSO3XPG/+PI/pfbCAz+Ecy2V35aksx/Jcn9nBi1F6v+JDq9SDSSFMoCMgFJSVIyDPguNYEe8QHD7Q9h9mp8u41BuwKb4DFs7fJ8Hoxei1JAAAjBQ6rwfG0CRpxU/xBcJ4jWxg66jObDTQ+Z4PWM/kGCwRNo9W0UJ2aQyI5Bp1hv9SuoVrfQaPegGxKjs4lOr062YqHvGdCCQSTSWYyNzSJfnILq2XjgmS+itLuJAIGFBINg4D8NsrrkBMO6HVK0z+hR/S9uec0bvIl9e7/XsQZv29h+msymg1RmHtk5So0xshN+yomp0I4ehLdZgZLKX8u1qotZFJ6R/5BF3gRBynPcniXLvzfIJ96bnHkFDxjZ/2obgcE3YZ57JQC7fbMrpd8uq9F/BuxemwFoUesz6knhBORQgixApqOIKkKLdPAAXURCr7QEs7nm5w2Yg5o/6u/ZBmOvYBuuT60dR0zlDaB4NUj6BCXAHvRbJoxWG/WtbbS2OlDLacTsSah06vXqOrpk3lMHjiIWS0DRFNiyidaFKyivbVPXE4rojLV2zaf7YS0CLRImUCnwNBl6IkYfHeDixhXUGg0kKSFUhYDkiYQi183FQ38rhYYfPTZ55Mm3fMdPxy6dff59moHbksVUuOxdwTBQwvjCPkQjk2QGeXhRPjv/89oanJ4CZX8WaphPXyrDM0RmJrufaBuyJlnTYcqK4+rae3qm9N7sbW/0F21RYEjb930gNHHiXf9N/caR/ePbCAy+QfO8++QOfjYTsi/8pux53yFrxbhIwXGGawSDHQxLO6TnIQTieQQyc+juXEBnl5KY0VoLymhvnoYk0fltSgBGf9sWU4kiHdlh5Hf8ykK2WefvbUQTCwjEjmBoauhV6ugwyq4sXkanbGIith+54BRBxcFWbQeWoiOZmOEdmjzehu7SEXea6BOMegED4UgA7WYNdk+UL5SvTWI4JgIBHal8Dl2yhkulXaSCMaiWiWgwTLDqIxBNVRJH9r7rp37y3U9WvnL6da31te+vrS3fFQumCAA3oiFtQ4l4CKQVBIsi25pgk0yyLYIYLg1g8Vyhm4qUDfybRbAkCEKshZCuzbCAYCCFIrAV6YKphe8LH77r48//wA8k9NjUXcmJmZeHY6lyv1L7DwIUCJQSjR8a2T+mjcDgG7Th8gf3M/S/UYmGvlc1zRvsQAKW0YFZ3YDVXiPNHwhogBYKQY/TiRttmKTRcojRUVVg9aq+HDBF0pHZ9ccHHMeATSBwCBCQA5BVHYFQDumJV9KJ89T6DTTWd/jaxNaKyEVwUcjPQaO2twwXjupBCkT5vgqj7qJT7WJQM9DdbfGajMOaC4tReNDtwhqYMC0LQzqk41oEgxBiiQQZRRTxWA5jsXEUYmkYFpBK59BqlryApGxEwrGz0UT6Nsn2Mt0+77Ntw+oP4OpiStSizND8+wymdCRSUwhFInDE2AfBQDCQ0K3TCB5LUP6wfchwqET4qCGBS+yNvH8eb1reJSmT/97nTny0HdYDfxbL527zbMcc9lun+o3WByLp1I4b0laOnPjZq9e+jZH9Y9gIDL4Bc9d/O2QEij8sSbH/U7Od6eFjTU3UBzTdDvrmCiNtH2pEhqUKKkwZgA3A7rC1NTKDADt+kpEyyOhPisxvwGOkdMgMXJeRUmF0pbQIJheg61k/d0DWYggGIgSQFpxWH8NGBw4dsMdoH0qleS0CTDAOLZ4imLgIx2NkGR56zT4aS9uoXd3GypklDAhQkkfQoEa3yBosgoFlDWDa/J3HxxJJ3Hr4ZZgb34/Wzq6/SiISySAUjvlLpFvVCiVAHKlsEdnxOQKekDYurxsmA4qhsbnhpzpL/KBRq/rAkJqYIlsIsaNZPvPxPBna3iRCh+NQonR+AQZkBH4OxnDIn2RJrjI09fDvPXLfX12Se+7vq7YUERmTw17Pyi9MWOmFsarjSZ/ORnJ/l7jl2LPSrYeujUiO7JuyERh8g+Z5K3cNL6+9d3i+cVP1U1cYHYeIj6fhauz2ShMGI6aekUh72xgGV9EPnaLmJ1MIUH8z+ru2Rn2uUIuLvAIVtkd6HaPjRHNQCBgeSO8NOj6jbDhEyi7RYVx+YXRa0gBoShBKKIr09F70BzYdyOM5TcoKns+2/Gt4fMXT4wQZDY/99YexdPIynZXX5ssSP/kZy+wTQMhQCCILs4dxxw2vR1jRsHjxaTp+iNfOQlcC6Pp1EBoIEZRSySJSmSJUTUPh+pv97MdhuYKtc09jd/0KQukM8tPTMLZrBDoZsfEUggmCoBg/AJ+ZbRQspqFNRxDYG4MyloKna5DMAeRGzZ9lsJLJzYsfe2q3dnL7YDgWj7gEHZfvuwSbeCEOPZtw46nCM7GpiY/EC8lP4rbjayPp8M3ZKM/g6zTv3Dn93fNv29t7eOn19YeWXrv9uVPhTrsheZKMgJ5BPDXBRtVQ316F0o0gqU9D8aKQIx2ChEHnZ5PLIbgyo7hLdmDG4Epi3UKRDIDvsdOLmoX9NoMdnTmdnYKuhukEdHbTItNwEM2NoXjwJsQpERSFFJufEasNrW6fnzXIIEj9Ldd3/GgygeKhA4jkE2hurKO+1fQZgaikptDpE3Gea2wPZqYOYX7iAPYREDbXL6LTLCGoCzBI+FOLYo2FiBzx9ITPTAadFkjfocsqupu76G5vYiD1MRCpyYbpJzrp4YifzhxNZ+EpMqWK8FUbsktN0HYgiQWdDYIWGYSUICikEnAbVaBRF4kM8XbdSFRPLUVEUpYSC0GLRSCFVMoIk8DUlihPJiU98ArZUMP64tWnTnzkL8US0JF9gzZiBl/F3N9+PD2wy8HQdTcMu7ULeafWvc2t2z/kmubR7tZ2slWpQc8TBNJ5bD1/ih3bQ+bQXixe+AKsdh+TszcgWhjDrvogpJkuXEUlVdf88QJBzR06pqTqYtSckVZkKsp04h5iqQLyE3uRTk+jUdmB3e8TCDwkizNIFGYIPBEqjx6MTtsfnBv0CARkDGIcwBLMQBQkocOn83mMze9Fs7SJc1/5Cp7+7BOobzYJMHT0cALZ3AzGctO+rBhL5JCgAy8vnkRjdw3peJ7gJpKiBJ1XoZDmY+CivrZKtiCjePg4vF4XDh20Zxiod8s89zrC0STGKSMm9u+HPtSRjOSgZWMwhhU4ww5UAoVGhuH1PeKYDZPSQNmXQvjOacjtVRiXF+FEg9hYMbHyydPERAtKWEcom2T7kQUZA1A1UFHYlFRhjM0d6Sdm5h5yHeXXC+9646PXvrmRfb02Ygb/E6NTy+8ev3G/2en+0rDV/bl+df3e1vb299TWN99iNFtHLNMKSqEQ2rsVHqzTKZvY3TyHVr2Ewsx+bF09BZu+k6az2fYQFXMRLXPdj9z9ehPD7jbMfhn2sA5rSCeqldDjOTqtKkzTwMzhmzA2tv+allZcf94+Mz6PcDDKiB0hLd/GgNcyui2eRwwI9ohcjN6CKXsuZF5bo8Pquo6ASkky7PM8NhKZFGqrNdh06nA0Do1U32cWBJJAIIhULIPdnRWyDAJSLIkAwUGcMhBk5HYl7F44D7nnQA5q0IIhWIz2a+XzOLX4NBZXn0N90CRwDZAKZ5AcH4fpkg1tVhEvTsCSbQzbLcgETHE+lXLIJtsZ1lqQNIPsQQx0KmzLDoZkR5HpHNRsBp1KE70m5RYlRK9WQbde5f13Gckc8AFhVhuaYQymHP7737zu3sXffPknGiceOjGSDF+njcDgf2LvvvVd2cajZ39gaPR/2HKHc32rO2UY/bFBtRkbdruMbGG2nkTHHWAwbGHYbMBRqNELRVQYVWPZPIKRuE/XB1YP661nSXED1OmU/JJwWglaPwJ1kEDHKmFt18CnH2rj7NUGvFAaR2+5B7MHjkMn40gmsnToEFQxHtBtw6w1YLZI9/1BQBeSGEugxzqDjr+OQeQQqAQRlxFVzFAkM2PoEzCGZAv5mUm/YEl1o0TQkHkOCwb/Vq5sIZHMIEt20Khuwuy1Eee/FTqbQSDR9DhiZBJWvUMGT2lg04HJFmRS90p3F32LDIUA5CoKo3UE48U5fzBQFEDpLC4jksrCjUfQpUMTmfjvMX9dhUkQE5XdAkcKkCZ0omcGbrVFgArCGzQob4JkRh001svidvk8Jq9BrsI2dMTycIKHS1ajSRQhnnSoPxjubWWXlr/3ZTeH3zF7xPnQ6aeGL3ylI/sqNgKD/87ICNT70nff1rl0/p2teuOHDQwy1a1NSVBvkJ52qhV0qGvVAHUuI7bMqBuOxnynExpZ1hVEM0kYZhfL556GGO+r1a+itLGKzjad1VN5XBQ56Shi9QV02iYdIEpHUjE0ZGyVXDTNEH7wp3+W50lBNvswdjdhd/u8N/oRry3GBsQUpN2jLBCrGuklwgH1SNQfRAyl034kVvi7iLTi98jYFNIz88jMUBIQtNZOX/FnG2wCRqffRN/s+FWUFopH0NgmMxj2ECQF9yhO+q02uq0e8gt7QPcnc7gKR1RfI7glCFbBdAwhsqOFPUdRSE/gyLHbMTF7ALbnYPnkw2itL2PyyC0IJeJolzZgNOsEyiRkWYNlDKEkwgj/k+vRUyW0nl2BYvB88Qk/ESmaDiJcTGPr4gYZh+mXclcJUKL+gw+sBES7yzYgGKb2zGiBZHwfAegH0WzdiP7g2DvnDp370OXTzRe+3pH9AzYCgxdMJLLc94Z3xLsffuCW1ub6v6zXKvfaRjfX7dSkVrlMR6PGlT2Uli4jEGEHjVPjxlIw6CT9ZgultctI5MewuX4B61eexdbiGfTbTX9FYt+ooVvpoldnx7VtFEILGJMOYrDbQam9CHVeQjIcRp4dX5ca+I4f+kHc9IpXQjJI/yvbMOplRkqHjj+kzh4wsA7pyC30K3UCQg8mabUsInKStD6WQHxiGlquyOhO6WCaCGfyCEzPQBWDdNTrHgFm49wFVDYrMG0DTer+eFHG0ePzyAbGUd8RzKCDIEFLjEW0K2W017b82YxgOo7m9oZfRCWWHEeUEV8WlKBNOdAZIkkGofdstK8uYfHhz1BOBFG46UYkY2QCrSFalV20dnZ4H0HyFzIrUX15tgB7IorObgnWpQay84f4PCGyGZOSgqyHoFDfrqNbbvp1HIOUN4EA5YtNhtJuo8T77VB6yWRq8UwG6XhWDpiYdhV9O5BKPfCBp75cf+FrHtk/YCMweMHefeyd+eZTz/5ibW3lZ6qrq7e3VteD/XoNTkiBRdoaTMYYxQzE4wXS7nGEImkMuh2snHoOEh3OY8zs9ivY2rkEm63qBXVG40nIAY+AIGHyxtuw59a7kc7vx1jhEGJyEmtXn0fHrcASepnHyJKJ+b0zuPven0CI/7ZKm35Jcos62+606YwynZ8RvDvwp9hMOovDyNjdXIVDhw7G4jzGhFgwpOYmYTcrGJR2/OcLFwr+iH6f8qK6fIWshuzg6jrqjRYKM0Ece1kSM7NRBPt70eBnxIpGARwDSohureYnKdmug0guD8nieTbKviO7YdJ50h+L9zXo11Bf36BsoWQhyBQPHMPe6+5GITmP3m4FOxfPobxxhUAzILMKQAmLKVQJobE8OlkLu088j8bmDspLougLn42yxupLcMiYVD3ir6NQyAhIx6D5ZeNC15Z6s8H75QbaBDctpPrJWGJQNlHIdNIHZj703k9+tCvaoPTRfx9978//infij/6IsDay/95GYED76Ec/qszXvRuNZvs91asXp5vrGwzKfYYkyoCATkcc+MxAC0XJBpLUzBoqu6uorC6zM/Z9Gl5p7qAf6SEwMYXw1DTS+44gOj6J7MJhhNMFzN7ycjpAhJEtBC0QpxPuoF7ZQLtWh+kNgNgQht3FDa//EUzN7ofdKLFzr6BXq9L5XOii7gFZgaiJYFuWfw+hTA4Z0nExWOioMjIHjjN0x2BLEgb1HXTXSeepblRG1sj4HJrlbbQoVxQ6a5CSZnV1HVuDJiYOy1iYlykrYpC7k2QxLUbaXQTofFan669sNAk+apTMJZ+kY4agizETBxiK5dXiIjxW1lVk+eyTh49j/rbbkZmeQ+fKJpzWACsbJ7G5cdavzZgeG0eczCVIOSVSr7teB2ef+RKuPPoYGcCmX9Bl7thRtjmZDBmCGGiMJFKIUI6FKEni6SSqS5cw2FhBv7ZBgNtFiucUg6FtAieVDAxnyDaRDMd1Nn/mrd8R/Jd3vemgtd553WBtrf3bD94/2tvhf2AjMKD95j/7Z4Fo1fsZ2cANaA0CLUbGfr3hZ9el5uaQ5UuhM4plwcIRe70WA5fhRyiJmrwfMmHEGcWofT1Fu5ZRRwccmBZapLEiSg37PVLkEkFkHZbD6K2QHlMapMfnUa/uwpQ6iI9lkZs/jBx1uNVqoENKPWz3oEoEAmOAfqMGNUitHYuR8lMSJFNwFBvp/YeRv+VViO67HoGcyHMwsXb/x+nIbejpLBCNwvAstHfWGHEtglHQn2l47Nx5nNtehaHafs0Dj6BTVK4jaFRgGG1f04uZjWar5I8nBFNxZPbO89F0xEJJRKj7PcvDYNjFcNghCLnoUYIgoKFW3fKZQGVxke8buLT5BMxuF0kylPljNyGWL0KLMrKzLbqdPh57+FOQyBZMso8DN91OCVJAR0iwfp/OTslC1qNSIsgEoBTZSWFqChIZUkqNwSWLsTu7KOTGUZyYQzSWRiiRQCKWSGme/Gq53n+9V258t1Vt5nrb9cX/cO6pSy989SP7r2wEBrR/+/ofmVG6zr0BVT+KYAAOSaSaIAtIZ/xZAS0WpVPQ4RkdS/Utf7YAMRU9tFEebEGbKdC5ZfqZAjUsZhA8dmLSV7EIRxZVhzOYPngERruLGvVys1FBbzhAVww6EjicvoVoUEEmlkHY1RCOZKjNx2DTyQZkBmJ1n9dvo7m2glhhkvcjdk5yCDIyqbPmMxY9lYMnCpbSKdpLZ1G7eglyPIvkgRvQJ4VvrFyELeSMJ9GpJOxUKvj8o8+hNWyh0fYwFBJAjiKDPIYNl05Jp2Y7DAZkCaT/A6eDaDKDaDZNDJR4zp4fqaPRBJ9XpEa3KZOo6zs1VLfWUVpaRHenQjmioN4mCHZ2/LULmcI05g7d6Du+ALQ2AW5zdQkDMTugKX49hxtf/SY898QzuHT6eWwvLWHYbBJI+v6YTYPtZxlifcUA+X0LyItZC4KGWCUqUqUzhT3IxMeQCsUQIehJjZ7mlBq2Xa6ve57zJW3P/Cff9+jn+yde+O5H9v/aCAxoP3/399wZGtjfZ+1WkvRjBBhVRKJNJM6fqkcdvIlaeQeVnU3Yg6Gv7zPHDsAqJOgoHX9/Qp0OqoSjftafAt2f7rJsG4ag9KTQEUZnkbW3dvmSP4IvFu/0qbmzE9MIqhojdhfpUJh6v0En2oYcDSM+t0CHdBj1OuiR3rd3Nyg9Znm9NOkzAYtgIHIDdJ1OxIjstiswG2V/LCM2dxih/AQGzQaB4Rzlxg7BQxMDpQjpAXzhoWfwzLkLdFQxSyHKmHmoVgxMZgl8tQGMlgmZ2lssoGp3azAkB/FMHpEXphtNkWRUK/s1F5IEMTHN2GhuodGpwh0Q5EQr8Hqua6LZr2LVLCHG9tm39zYUFg6g025i7fwZXHn+cVRaWwhnU+gTIPPFaUqQIFavXub9bPuzIWIFJ2/GT682CKCijgP4/UCXESVgt7aXyNYq8GIGgpEgMvk56NFoRwsFH++X67/jtId/6rjeX4THAw/O/s6/royA4H9s3/Jg4H7suRnJst+hyvrrhuSgIi/ApeaW6SBugJLAFpWIRWf0MDazB5F0DmM334ye4qJJva8rQcRIxU1KAptat75bQavOSDY0fDYxYNQMhYNoMcILB6hsbzGyeb4zxan5CxNT1NQN1Pt837yWsGN0GsQAA5FCHjFRJYhypXrpDHqM5pECtXEwROfjlyfKqysSXE8se7b40yU7IY+mVBEroDrrV1EmQ+jUtvk3z59x0PiqVGt4/NQZnLu64U/fGUOxmYqYeHDJbDoYmyDtbwPOgN2DYNY2GfV5P9FoEgkCkc1nc3j/AVlHjwDXadUZuTuM6nTWQdNfDCW7bA/x/GQYTUqZsYm9OHb9q3D0xrsIkAZOP/hZbKyfx3Z7A1vdLTSHPV9yBcms5g8dwxLv27INpJNZXlOwjyHcDl/EAJsMQswwiHGEAKWGKA3nek0EsmILGsGsZmD17YfCifDP5d7743//vouPLP3+5Scqv/PMo6N05X/AvqXBwLvPkw3l0o3D7vA35K6ht7e2ScvrdLoyozZpeWsVbkim4zvoywZKjS0MNVL2aAB1Uv3mbhnpVBYW9bhw7k6ddLxUp3MZvtZVNBnb22vXpscY1QSt7rbp6NTiQzrvvuM3Qh/00Wqs+2MQIsKrjHZyUPerBlmtFsI5an5S4PqyGEysIElAEqP6Oh0zRGASTm8PTQx71Nak02KsQyT6tBm1W9T+4nexX4IoMiI2ShFJRs1GHY9euoKhZ/BcfL4+2UJQRjFLwAgA2XkLcpdgWGd09wKQyBDaVt8fiIyT4cD2IIl0al5TIhPq1cuk6TafU0I6nkOUzpuifp+aO4ji9F4cv+5OHFq4DqHxNNaXzuHqU49hZesydoYV9EF2FI+zJ+qo8f4lPYiALcMosx2rDYxnJ8mcdJTL2+ysZEK8B5G4ZLBNZE1FgECrsYEdlyBK9qHlYtjZ3Wluby5/7sgfn/jLF77qkX0N9i0NBu/OH5bd+UKC7jfjNtqzvfUNtfH88wikolCSIVgEApNadkBHbfebdJoGQpkMXD2EJh1AZecXZc5knQ5pm6ju1FDm+zk6aTgSRoidWDF4gBh1J0M4dsttWL54BvVmxWcTMVnCYGURvW7ZTw32QjpPNoCqeP4gn1gJ2drY8hcBObKK9KHjiOaLiOXHEaQmdhiNh2QV3XKJ1LnqyxBj0IXR6/orDMXUqJAMguqL2gqucy3tuEWguUKg6PTJfAYyBgMJsZiHmZkwHYxoYMnIOUkoq2wkMXAqh9AxOhg4fRQyY5gs7EU6PIZicQHJaA7jswfp/JPIj89jbHIvkvkpFGbnqfFtZOemEJ5I0tE3cerRz+Hccw+hWi1hzW7CVWRMRlKYP3odQTCINsHPaA+xJzmJbDTrbw0fDqdQoUzZLW8irieRJZvq93votZrQea8KmU6EbEV2CaRss8Lr5pC+YUyJ7Ytu/bOX33r5P9z/hD9zINLLT5wYpSj/QyZKSnzLmvQ39zqBH7v5pJaK/gcvE1lJ7tuDwpvuQXBhyk+tFUk+fUa/QafnjxW06HQNRqhAOIQUGcHMPnb8XMHPiKtUK1jfvkrnqiFImh5kBJucmEMwGMby6mU6xwzaBIrq9jojK6MoO3RjYwnV1i4ssoYmo++O6fGn5e+SbIsZeLEowGrRqXchk0KHxiaRufFmJI8chhzTIeqMdxslMpJtSoEdtMlCury/5uYaOtTbPYKObfT8LD/L6JPxM3ryd5HgFOL5xHJiMVYgFh8IULAIGIliGAllDAXsQyY9ieGAEbpbRVFNIyj2gBi4MHZbZE8lbF09g0ZjG5XKCt8mMGltOLMSQrfHIR93kX5DEdl33Izcj78VzuEUBhEHdc3Fkt1CgExgNprHzOQCerqK9a01fx2DqBItJFYsnaKMSqPdLPsMyer1yAA02F0x6+GxCXm3YkCUTCfANk6NFRArTCFGEMnvSWgTN0z+08JrDvx45eIHY8OzXznomNvfPeg+9Lod9y/E1tgj+x/Yt/yYgbBf+cT7V92zGxTOyt3tRl3tVrcZWSuMzF2YjLK9Thut6g6215b9eoaTc0cYuVX02m3srtHp2h1/V+M2ae5ketyXDrmpKbJpG5s7ywyuLm698x4888Dn/MHDVrXsb1wSjYepq4cw+J6sRzFemMVENE2wMOno1OSUC2J3ZrGwSdLYh0nzTTFdmIgjQrmAQACB8Sm/diEPhkYnN9o8Vsyz0/m1ECl3OIAQ7ydCRhMkHReDoo4jYb3cxGZjiKEYmTcgJlGwd3+aoNCA0tSwX7kO6TSddc8hIETn6xqIMIoLWRJwND7DLgZkS7W1KxhYTYQOJzD+huuQeXkO8YMxRBcyiO3JIbL/OEK5KUzdcQjRuQzkQhrZVBL73CjS+RxaYR3PXjqPRr3E5idTskxMxscoNdIEJxO1dhmV+g5ZjEiPjhIACAKUZT2ynViKgMFzxZNkMQSXVrOFaDYKN9JHNJ3wZ1OUwMyCUsz+IBTnJ2XJGI873iMnfu0/jjIS/wfG+DcyYcO//uIbu0sbf9JYWxkTEVQU/uiTEXQZWbui07dq1KLrKOw5iv23voaav002sI3yVhWXSP0LZAjpRAYhsoQ4O6lIVqrTMeubm5g5cpBOGMeVC8+iTZC5eukCrnv5rVDEXgh0sqn0rL+MOBGKwyGF78pd2JEmOtY6o/cQskOqnphANDXmy4doJuGv7Q+O5yi1ZUSyY5AjCX+aTzJMDMkQ+s0a5UeHbGDopy+bBlnBcOCvmqzXGvjUM+dwgbKm3XHFzBwSyTD+xc+8AvFYEFcfXsXRpSlMZyfQYhRv6S0MS11klQI0LUTmE2KDubB1C2qOoHZjDtPvfCPlyx5Klytw2rtiMhRqOArEJvwdoxSnC0l1YJNBVU9eQvPSNtaWVglKG1i6vImd0ytIhkL+IOaN49dj7/xhWGEZ5XaNbV9Bz3UQkkQBFM8HgQHZVXFqHnOHyM7ScUgvPGdmLghvrAQlJSEycUAUpTWUgKZLgYhEidT0vM77lID6+7L8mlF1pP/ORsyA5t13n2qr2qysSW/3VCeoJEVVY3a8YMBL5LNSYjyLzNS0vwiosO+4WPFLai/yCGy0GnUsb16FQ+06Sd0cTsb5N4tAsYv+sE+GMInJIwfQoMZdW1uB2BVpYe9h7JnZi6CsYiw1gz25QxhQ49crO3TiHhLBScSDOaia4lP7QU/UToxB1CcQtQSHYiVgZReNtVU6Xwu1M8/AaNURLBT92YZAIgmdrEGoQFem05JSGwQBMcjZF8uDu6IAiRiZ9wgQEgzTgeHK+PbvvBWve91tCIUiqK0vY711BRVq9Q1jkSCkQXFV2GRKUlCCPhfH1HcextjrJjB+53WUMAd4uRCv2PEnM5RY2s8xkCTT30RG7C7l1qv+77GxOOJ75yBnFYSzsj94WVndRljkcct8T4oimcygTSAQ4ws6VAKBgrHMOKbn9mG9uYHS6iplTIEgK0q8mejtltCvVRDTyQYMBz3vCp9/AMXsq/KgKkm9bXHqoDvsTzr9fvVXf/GHG/e9/bh14v33W34nGNmIGQgTi5Tav/17L/Ms9Z4evFkbxqu7/ZYTSxRaycN798iqHeuVO9g4t4x6tYtyueYn3og5+yHpeJmaXteDiNEZxFRiqSKmD/tIFAp42SvuoqYnK3Wot10Xk9lxZEIp3yl1amAiByNdGrsbS77ji5H7BHVvOJqCF7BRap7DRuUM5GQAHgOySn0tdkHy8/uplSMiPZinESXS1EgUhUM3YozUftgo+U7falbQrpXQqVYxoPbulXkvlDpd6m3w+lsNC09c3sFas4Mf+ZEF/OAP38GIfhwXyBzu/9gnmtqquqME7D0RJa5rPRXBroJjb38rCjfPID4ZgicTGFILkGLzkMUGMl6LL7FWw/WnGGG14TQ3CWIGQYIUnu9JJvV/Ig8vUkB58RI6m8t49pNfxvL9V/yCrnEykLncHByrh9XVq2xjsWQZyI4VEYwlsNMp+UlFiUwBkwRpmXKsu76JnlnGkZtfjfHxMbQyJ2FlWwhEZOhqjgzBRYCyiXLLdeXQDoH1GSLU5z1V7WiJAy01OBv2ZOdJWd678UK3+JazERj8V+a+732Bk8GXu5nWg5mW1Mte923f2fcS0X8nDe23mNs1rD13EStnLmF7Zdt35hCputDvgUyM8oDRKxVAY6eKraUVZBmdi9kio3wSXYKBLOuM3i2k8hPXpuUGw2uLbOgvYgBMJNqIxUBSgJqc9Dqih+GS1mvU1H2vi6HapBY20TYqjOptUuKun/wUKuQQziXhiulDShr/CxWFR2XAHlo+SxHjB/0OP9Pu+TkLnqbDJYKovEaYDtIeWPjyuXWM35jAj/3Ebdbcvrs0y1Lx+Jf++tHn3r/8O/229ata0DksphX33ngjbvgnr4amir0k+wjlxiBlJkkF8rww2YiYsegtwuqsQAkmCFREMEKDNWjzvV0+T9YftZZh+9markwpwc/VV5bQ3dpGu+6hvc7vYqmMrbOnYXVNAq2YjWhgOOgjGUlDo0zRJ1IwKD0MsqaUFmR7adBjYRy57k4oZd7DVA36guwzEy3lQMnp0LK8Zoj3qGXYRHGxV5yYby35ZedCUw0C24OKtPPvJem1VyWhc77FbAQG/4Ax8qtOdeVnGJXeo5a68uoXnsXq4mU0hgauPPmMnxEXzlJHx0PITxdIuZuQqW27203cfPPLsb28iNqOKIXuIsSIF2U0CyXS/rSfxUgpaiQEAyHS5DDPZTPa99nRg0gkxhgFC3DoQA6dVw2HoYljgp6fFuxRomwNTqJtVxHJphGZKhJESA8oS+x+05/58JcDE2yGg56fCemQxXgiz5q9XCLw2JKowhxGMBiDpofQGjioet3mnd9765np+TnXsnt6afP5v1huHvjb4EbrPRQAP7jnyB5kp6ag8x5co+mPVwQy05ASRygJBBhEyVDWYZe/4EsoJbmHbECUfKcDqgnYrbUXPhegxu+SmARBBCVwhSGTrPcrZQTSRUquArY+/ziufOIzqC9tQ7E0f9DT5ateqfupzAPVQLm1DdW1cHB+HoW9e5GR88holFdDB1qEzGFyBgpZEDQP8gwZ0f4WpGIYyFFKqJQXltixinKJjSOHCsRoeVdC79dl2fojWX6j2H/+W8pGYPBVjLQ27XQ3ftO6VHrn6p89qJ++eAraJKMStbhRJzWnou13Wmhsb6HVLmNscgIL8wcRpoPVylvU911q8BiyhSk6qUm67PiLc0TCjhJQEYkk4NIxhcwQpct65RIioSzykwv8WxCdyiYjeMDPbYCmwRbpxOEg6t4lAsLzfuHRyESRMiLGji8xMIvpNjIOygBRT0HUJRB1DcRgoj0gAFlkC7yeEtIRJXuJxXMIxVNIpvKeBWVLjku/V7hu/tGGvTFMWmEk4pM/RL7/XeF4ciwYS/E+NVj1TQIlA2tyHFrsMB29SOenw1vbgHGFjGQRavoW9i7KCJfSh57uDclMqldhd9YRSk8ByTF/wEos/WYrQxJb0Nsq/96ARDalUXa019Zw6oMfweaXCbw912cE3eYAjX4fQbIwUVQlmc1icmYWTqeH9lOXUZw/hrljN8DebSGcJjAEKa/I2mCwq0cbkG+JwjtOgIrz9gi0kiF2yRa7X2VgIWnLsnG/63b+raa9+ZFvNXYwGkD8Kvbud7976DjNauPRMzPNixsz5Z1Npd6qUrMm/ZWMRluk4zYRjOgo5iaxf88xhDVGna7IpWdvIs2NZ7IIJ9nZSTHE7kliV2WRQmwIpw2F+LuMRnmHUkFHtbRK6ttDUA0jnh7zFyL1OjWRCsDeK9JwKSO0CJ2i7tcaQIjX4R/VIKm/AAOhD3icIwJiOELmkEFibAy5iQn/Z4BUXyzDFoOEiVTWL1KSSGQQTkWleDQUycXy15fPr9u5+PRB03R+0hi0vsN17CgoKaJ8BpdOLVP7K2LaLraXv88Kj6Yjb8MbPMpLS5AjN/HnDEkIo7BnEiR24XWuwqlfpr43SBLyUCgXxI5TrmkTCwSACdlBekCG5BlduASRcGEcs3e/AgO28eozT/mgmyrmEJ+aRGp2zl/oJL6H/sUVlJ86iermFYxN74fEdt+6dBYZ/q7yHgQDcAke0oC6YIVyS+9AzYvt8smyREYYwUg0sKyR2HnKNPWY1h+889H3vOdD31Jbuo2YwddovT/8yC0rp5Z/t1qp3H7qwhN0QBlZMWLOSCtYQkRVUZhiNA+mfV1e29lCo1omExiicGABqVwRNUY6MaA3GHRFPqCfDCQq9uSmF9BubiEUZeR1PewuXkIilsWBo6/gOWeweuVJdmqRlzAGg2ASjEZQq61gcftZBOc0yhSZUiIENR6GEg1BUdjxFdXPhRCDZtEEfVnV/fwDUV3Iavb81YFiKfb2Vgk7pQqBLEKgkTE0XG9g2970kQOIZxNyhewmNzmLibl5MhZGWDVCR6YksBllEzfzbHE68mVG7ifZShbk8E1AYIEgEKSjVdhwT/G1Cre94ZeG86jh9exRgliWrwKdX6Hzt/09E64ViSGQsf1cW4GanOQ1FnDlgSfwkXf9FCqUDKJc2sSNt6LUKMOo1lDsSSjqcTT7u+iZFdx+19sRQgQhOYpcft5fOxLIJMiEgpB0BbbbglNsIfgaE3LKIVAwHrK9EFD4I0EETfE+40tUFz8ty7f8/bVv/1vDRszga7Rf+76fqTvVTtgemjclY9HQWCYvjSeyKMzNoLBQRHxyHOnoGHRJx87KMto764x0ojKQSHzR0dneRqu8DcNmRKLT2bLtr3dYq274FY8FOKxvLWPPwnWobC2h221DVWSkGEVbnR20uxWk82JDFH5pYRXDYQONwTYCeTq5SuehI/kv0neZICCYgqiMLKmM1AQqle/5JcPIREQkr7dq+MIT5/G5U8/jy6fPodbyd0YWJQ3WG/WKuefAQkwRayTIZnLj04gnKWf6LaiZAzx/3E+SkqjRPafFqP8EpMYpILwHrth2XWK09ajRjSUCxTaBidE5lOe9xKEEcwQAghFlEakL0YkA4wh2Q5gSadO8R0nhdUUiFu9T7L8Yyk5gc3MHZy9cwlWChpZMY9/0HCpXzyNK4MgTTINkX2JpeXHysF+rYeXpLxEcAyivX/Y3mgk5cT93xOFJrZrYCUoju+FthnpkEvzZ8/xpWz88StEkUUg+ceJdD5448YffMgVVR2DwNdqJj/2J/Vvv/YXz1Uu7aj8gzTW6jWgwn5P1XAY29beshpDWM2hXSmiLYiXtrl/aK5CKwSYFLl+6hIFkoD9k32KrCxofSqQYvcMwRbUgOlp3OMDszEE/xbe0u4KOUUU6NYmAp6Le2fKLj4o9F0TBEYVRrmbsQC0ECSN0JrEzEym2SwAS6c4ggxDpzKZYcs3/DMOENTTQbrSwsbmOrzxzBr/7V4+J7Vlh0B+HhthvAds8y2cmxjKbY1OTx0QkVTQdmXwOdr8BW0wPRuLQQmRE4pqyAIgLMDY/Dlk4eXSGjsSIa6zyAXfp3JQ3lCzCJMoiiUApQETsLu1plFmUG5BEKXahM64VO5UUjb44xs+L2REDktgHMpVHfKKI06fP49nldazubsKtbGEsodKpB4jEMsjnptCj1JqfuR42z7W1edHfgCaaKkLq2TDLZQJRlMwliH6lie5iFaobhxqNEXC6vIcen8UmMJiUPynJdVXL6bef/dX3/Nm3zFQju+TIvlaT7rijo064fw+l85VKY0u+fOYkdikHQuzQCSmOYbfnb2Qiols4Fkd8fIy0NuJrVk9Ec2uAIXXq0KY+1jXMF/diIVRE0g0iHUrhQH6O51IZpQko1NFDR6PUqEDU/3MY8XdLi/5Co6EoQUb6m5maEOuICESaP7gokQn4iUTdPgZ0+uZmFZ1aBxX+rGzVUNqqEmjauMp//+1DS8QkWZRRoP/KWN8x8PD50sRuqTuhatJdYUoOsTW8SLSyB2302hVG6yE0AgS5hp+rAG8Aq7VM6b1IGs576W/C2niQOPAUicFlONWzMEvPUVEsAwQz2a3S6cguEtMEhQwhStQxjFCrJ3n/ASqLyDX5QMATqxhFWXSzsQureg7T+7L49p/5cdx87DD2Uq7o9pAyh+05dLDZ3Cb+ucimJq7t4kTGZpLiZHhP6dwEGp1VGHofpteE2a2RkEjQJA3NL5Nx3U8Q6ExCInColBOSLsNrk9H0L+9Fd+0nu5UPvtN1/zb2Qhd4SdsIDL5O23aeicQzyivHpifkRqPpL2MW248H5GvZgmJZbX5iHPkZauxAzK9iREUAOaZRo0YQzmYwNrEfU7k9sOo9v9io2Nfg+A2vQYTat7y+iJArY0Av9TdH6fcQjWXFtqXYLi1R8/IadERB3/PhKQTUoH9NJRSmNAhRklD/6iosOrIpagqQHTCGkyg4fmZgs1Ml3V7G5kYTsSA1tAGUtz0M2xr6TRkXV1pvOr/RnuySMQ+7YgWlDLG5i+zJkAlA4rr+zAFBR2ymOqyd5jWnYTSvor/5BIb1JQzcAJzwIfSRR6++Shx4jNH4WVidq/7UopiJkPRZAkGBLUrZIhiDYAQKNZAskqE8v66jy59GZxeD8ibUQRWvfNUhvO7bX03mYftZk5qroMtna3Q7MFwbscwE71dFKpJBKpj1B2tjqSwyyQnYBLLG5hJWn3oYW5cuo92ui71vYF7tYfiAAadEICJzQDjE96NkdUpUUgf3qory844T+9eGe+HItR7w0rURGHydJicyupTVU5PHDyCQDGFrYw1DRlv6CJ0x6JcGS+ZIcxUFvWoV/U4XrXoVg4GBMPX0bJrR36Bz9npoMkolJyYwu/cYhnR8sZtStV7CoNX2ExYHYotzPUSH5s9gGDuVNX+RjqD9ooKRWMknkxqIxYRis9PYxAxSBKHE1CxiRUbJBCOvRofnZ1yeY0jqvba1iVNnNkmxgVzSQz4tYaYgZig8hPg6t9mUbT1FWSGyCR3e14AMQoIidnYiJbda23RiMh2ZDu+UYStptMrrqK6eJJCd8yO1npiHknkl9OJ3QE3dBC02Q2nThRM8ACRupO8XCSZiGp8ygPTcg2g/MhF2R0kO8j3KCAKeHM7BMuoElHW/OKzT3MJd/+SVOPLqO/2irmKsocsfnWEbhtVGbmKeX5CKSDTlfwe2RVajETj0AYL5FKKzY2i3KqiWVlBd5/fW7pFRGGheWELn0RrsTgYI5AkKlD+BItRQWA6EtcOebf2Y7Ax/zPOeucvzvkwa89K00ZjB12n//Cfesisbm29NBDLj7coAu+sbKGSmEIsk/SgaZHRWlYC/10CvWWfEZpS2hnSSLmLRtJjSJgMmBWYkiyZjpKvU5Yy42xuL7KgNAkcZA0oJEw5C4RRmx/bRuVQ88fjfIcrIFQunGTU1dNxdDAtD2DkZMXb8vXd9F2ZvuQcze/Yhk8ljZv8hZAkIbbEdWVekIFu4fHkVZ85uoFppIxCS0exL2G64dKRrUcEwXYyPpXD77Ydw7MA4KjsVBMWaBDEIqRDtHMqP5hqdJAU1TMDzSqhc+RKWTz6D7dVVf7ozEI4jO8kgGj3Az8Wp9/cTyEjdo9PQknt5HgKAuUWtL8qwJej0YtBOMI2Ar9fFOIdgH/4go6rDGpAhdRjFyZbEisVwWKYT22g8ex5dMi6bLCOseEjwPgtjexFQwv4+krxlf9MWkdAl9rgQezqEU0l/mrbHdu4TFIJy2C+06rRNuJsGdJ5DnRvj7RAQKPs8yYHktsl8lIAsR25x3OERw5DP/NqvTW+cOPEQYeilZSNm8HXaxoUHj7flS+le+ktITA4Ywbv+WIHDCOoMB35ij8jo04KiUImEXqXmT2ObPKbR3GFHt/3ZhYAeg9Ee0PkbWF08h1q1hP6gR8ccwmEnFOXHQ+zUkXQSWysXyCYYVJ0kA6oLbSqJibunkb9uAlNHbsD+u9+Oqetfi9T4XlAJ+PUUZLKPdKKA629+BeKJMXzmgXP4T585hzOXquiYMnbrEmodOhOBoDsEevxpszvYtoNsGKhub8MaDtEXy7O7Xb46jNJd1NYfwrByno4rBt0oRXiu8sYOAbCHeNIlKJKmiBjvNsknGoz6W1BiBciZa0uuPS1DJpOms0Xp4CbbQ2RG8qddIQAs8bN9sgMxmMgXTxXJ74ESScEcdvy9HMT9ZaIBuAPTr6Qc5DHJWBCWZlK0dJAsZmEMG9hZusjjO+gQDIfVNjSVTKbRxeyx6xHNxdHid+F0TOgWJcpAQcjLQxqSSayfhEcG4pGaSUqWkoFsgQBFWsRXuKDr8UOSdILf6EvPRmDwdZod1hRTqWimvkEqauCOG1+JZJJRZEAX6Nsw230/jSU9SbaQZUei84uR94AUwtraJSxdfhpLzz+N1QvPY2t5EaXSOrZLawSKbR8oTEbfttVjVNUQiSX8oqLVlStIR/OMriqUpI7i3cdRvO0mTBSnMJksIj9/iNcYwm2vwx2KQix9X+fXt3fY6bsoFvcinlnAVlvBZpsuynsd2tcCm6zKPqMROQiy5NIJbOxs7FIOdCBZnl/r0CTQWZQNXd6jK/R65QodaReyVoBKfZ4Z1xBNiPRmlfdPUORzwOPn3QrpvJhFEOMNCf4UIBDx5QcGFUiDZV6jzIbb5Z1s82890qYe74XoRBkhmTUCgVj/MQ6X5xVjHsFAmGAahRmgs9L944kgImRYYqu3gdn0942U+DyDdhkNSjhZC1PGCcAeYFBuwSh1oISDfH6T98TnHhLQRDn2xi6MWg8mpZpVueR/b5CnyA4O8t6KvOee4zj2eUUJfcFvuJegjcDg6zQt2xm4uqpIZhCd3S4ihSAK+4v+3L9Lmu2Y1KA7W2hWd5GfmcPs4RsRCoSQJHUPR9LoEDWGgm7T4S2XWp7/DcWgGn+KAqCGxIjHbyVJ6bEwewy98hblQQKFWw7h4I+9Cod+4Bakrl9AIEGgcRSowqdrS/DooN7uGqNaEzYjukhHtoYEpsEQMbKU191xHfZN5/3pR2Ei+UgM0omgJ3ZFFnP6CkWjadu4vFb31yrIgrL7MwqWP/056Fb9is6SzEjdKMPuO4gVjlCjqwhGAgQDMXtSgKSFeEyfwNLhfbThDWuQjCqDPl9Gm0BQh9shcHXJBPqX+RybvLjGz4lsxghfYv0Qb4gOKWRFOD0FhRRASBY9kUWPVKbbH0IPKqBfsxO7BE2yGsVCu7+FYDaBqVte7qd2i/UjomS9VWr7i56M7RaKqXkcvu1OH6zbbYIw210hDXGu8tgdBXa97ueISJQuskc5BJHfoZNL9T4rSfuX/QZ8CdpozOBrMLqEdOPPPJf9obdel5XC0XvcqvaywIWxhFIdQ2xsDNGxAnQzBqs3YMeiBu900BUVg0l/08XpazUBJxawd+8NKM7x5/HjmNizH+OT84jG00gncwhFRCIPuzUdYGJsD47sfRkmsxMwGLEcRsDCq2/CwR/5AcRSIcj9Jr2Wkc2yKE8oK8RgYnkHRr1Gfd3xk2fEOgcxOCZKgzmOhySdVZYkXBYrLillBN32GQGjtpjnF47Px/RH4GudNsYKSYxn4v7yaEkW7IYSxmCk1uJIF477dRU1MglV5A0YolipjWB0HOHkOCO1SEUmH+J9ul3KJB4rOXxZbZ5LoSafhEemYLefIRg8y/d4bX2OsuAo70GsYiR1EXpdpyNqUd5fGB4jvk75pSQncOpTD6J+7iI0hYyLiKbL10rGi+lcsXgqMzWPZGqa7cLPKGK1YpoYRKbC3j6sNRAKxpAojKOzvob2hUU4BMBwPg+d30H4Fo2g0oRCNiI2wxGVpgiHxMTqlqrm/uDd7/6D7ZdqLcURGHwN9m7v3crzX/jIvV2j9Quqrnsw9GmtlM+Gx7L17P5psxDeE1SdgE9FJffaHLYY7GpWdhjFGmi0GaFkRjtNQ0yU8xIJOHSKVqPmb0bSqJbQbVQYeZsYL8zjwPxtyFIWDNoV2O4QQ3OA2KE5jN9xHP2LZ7Fz7jyaqyuob2yhtbWFxuY6OqUdf4bBtuggs3v9dQmWWKjU75GxWHQuCROFDEq1Fum0TRagoNvt+7kEuiZqIfJBeYxMj5FVGzHq8oWpLCIRknGXWp1MRiyRVtUo1CCjP0FEpzMGU5NQ0vt9huEOqwiGkwiQyYCA5AxavDapP0GRIR5SLEsg0NlGLcFLIAdmyBR2IJN5SFGx8nGe98AuScZCncTPhAjEMoFjgkxiE4FkAoO+hdLpk2hcuoQMnzGsBRGA2CFKJxBcy7I0S12yqQIi2Zy/B6Wi8DsJieQsD222dXNjw2dhYhcrUX5eDIgGCeqhaZ5njwlPJRgEkwQEcX1+p7wjz4tsuK76KQLClt8pXoI2AoOvwUQk+NiTl59/21umH7vxO4d/6y4deE62lRuljP6Z6JGpNakVOqgNKY8lmz5g02F0fwGQWEK8deU0dpdPY2v1NPpkC2LGoN1uECjKaPHVIGCIOgcih35y6jAy8XFkcmQaYUYou4N+t8XPNTD+2hsQljsonz2NnfMX0FhbQ2d7xx8gC03MXssBEqPqCwcRm5iiQ4bgiqXM7PxiIE3kGYjxh4P75nD3K27G9HgBAU1Gq9NDhy9NpXAQjkinFgyiRwCSCVpJockjBC6Clk15I6oXhaPTbBUx20FA0CRKg3HKpHF+nq5L4BD7OYg9FcVSa3/6hG4onNtnHxYBqEuJ0DwHt7fIv1MKUNdLkf1wtb10PIEEDt1PTD2KcTqdh6jU9ozyMpmQTqfubPhg2622ESVzKKbnEdJiBCue2yLQiuXOQ7IhMisBNGLnaj0agRwLY9CpYsj29lwPkfwYAqkEArkswTMKrzNE5DrKlDjPw7ZQKdU8r8v75jmkCFs4/Klf/dXfFTWjX5I2AoOvwz7+wFrzfe9bs//4B3+mUl7didWdxofbCXUrU47d5HZ7OY+aleKTHU0k+Ii8fhmqpPszDUaHUZ4d2hk6/ui8WHE47HRJnV2EI1kCwCzS2TFkxscxffgQo1oSy2ee8isgxQ+MYfrWWSik2dVLS2hu76K5s4kmJcTMG74L87fcgTwjW2Jsks5F4rK94ZcAE3sZmIM+uvUGo7EDsTFpJpHA5MQYXvGyG3Dk4IKfsVincwyExHFlPyCT/aPVHmJ7p4PdSheVRh89SgvDsJGfmMTCja8heAmHqxMwSP3dwbUpxMQevleC3RVLnG2/HcTmLvRQOigZApmD11uHI8Cgv8p2WeQ9MjIHpyHFb2XbkTn4zEDkUogFg6LeAP9tERjrpykRcuiJnbH7DeSmswjSuTuNpj9TkE/NI5fcg161hh4Z17DZhmm4SGTG/HLytimmDgOIjGf5PZDlNDsICocnaA8praJZyoRkHFJQgzpJ0WO3IQfDbA8BLm0xMEGU6qyfOPG9T5848aFrAy8vMRuBwTdgJz72MfuH3/ymNXPFaNw4drdGT/kuGIOMTmdTAgwgYjCLNFnssiRWMIrdmYTetUENT7otdH2AujUYjCMaSSEh1uTPzaO4bx7p4jiG1NgXTj2CzbULyF83g5k7DyMY19EvNwkEZZTICraWFqGl0zj69ncxkPWw9OADWH7mOVg1MW7QZkyVCEiUJemcP2reIQtxRNQUezkQqGxZxfTsNO65+w5okTCee+YMBmQSfNsfVVYCCqqdAcGgxZ8tXF5sYDi0cfDANBaOv4yam8CDHh3vMszuGjyzSpou9ps4TCCQqNEvkRQQAPzoTpng0gGtJmxDbOW+Brt3BeawCTUyDSV1FIgsUDoVCALiP/qaUyIIDNiWBQIMZQqvIcY/+lUx+2AiQUDLH7kOza1tv5CLkD3RSB5xNYcB20AyRbuTxRRI/6MxGPUygcUV6w786V+j1qFMCUHms8emJylTNHTaW+ivinGGOPS5AEGJ9xHKES6drqTImus6046jP/Srv/r6yokTf/OSGzcYgcE3aN/zylf2X/177+39qzd853drkvT6oNjzjH1H0FwBCHpY8nPrXY392qB+JiiIkXmGd79Ti01QooxEonJQYW4WcQKC5dio0WlJO7D47EPY86a7ceCfvJwUl+7UaqNNIKitbsCl/q4tbWD/3a/F9Mwef+3D5sYWzj/0BM49+gR6PFaTeSfUDsLxg2QDBiXLoNn0pYLOiKfzdgkNBKkAUmQVZy4tY2N9i+85GI/F8fI9RzCVz8ORTMTiUdTqfaSDWcykU4goKZ4nhkA0iWB+ks/Zw7BymiBCfU1pIwcSPityBhs+CHiMsh4lhjnY4WuDkfgqaXiIWr0AjdFeS+6HHLrBbzt/8AFiSXOF5zIg6THY7RL6O09jQIcWszViabbYUj677yZYXgI7z5yEMRTJSzLicVGJSUNzc5UAwmtTMsREqTkyMouMzBt40FN5f9o2GEsjtfcg2cYmhlsiB8QkM3AQDuWhzSYgZQS50VqeGv0r6oTPSrJ2SdMiS5J0z+a1XvDSshEYfIP2oYcecr2PPB7qtyrHGDneKonwy45H4sm/skOLLczFXN2AfKBOmily6fU4I/8s8vN7Mb5wDOnJGb+SsUi86bb77NBD9LolbF89C5VM4MgPvB1T99yB7tWLjKhDrD55EvQCf15d1Eccm56FW6oid+QIda3sb4qaZCRcev6Mv1uxDwi8hVA86dc7WF9aQVfQajIGPSSWD4sBQwmF/Udw/wMPo7a+g5sK87htbBo3UG/fceRmvPzI9bhu5jBesf8WzGb3YCo2j8p5spMLO/7ovZ6JI1LcAy0mMhJNqNG0PzugRBOUCF2I5dpitsKxW6TqLbIWSgRPRTh9ALJVRSBOXZ+80585EIzAE3UUsQOQQUhSglF8iEHpaQLCNqFC9etOxsWOUmRUcvYA6iu72H76GV6bbMRgG/aHSMXHkU2NE0DJZsgSgkk6/fw8mUgPVov/TokS82Geu4f69hXsnn8GRqmN9NQeOIqLJL8XfS4G/UBakiR3TZKi79WCpb9utdTnQiGTUuFDgu685GwEBt+EiWXNP/Ga10v9Qe8IY/C02IlYrCCUHBme4VC3il2RSMuFAxfySO+ZRzg3RkcQlX5ijKgG+u0aVYXYtdmGqO5T3jyDdn0DmekiDnzfvYzgxJh6iZ26jtoyHUkL4cBr70GInV+lszvUvtFIlDIi5q+NSGQyaG+uEwx2+eVK1NOqn7LrKRqWtndh8zohVRRdjfiFTyK5PFZ3a/js33wKN6fHcXtxDhlRQyBMZ3Y9xPi71yeHGDIi87M93keXEbbf6qC9UUev2UJ6ms6ZSPsrKsWGq1KsQGcLIZA9ikDuJqixvVCyxxnRs4zKRwgcs9TnhwlGQWjFuyFHX0YQIKsQxABNyoNdhmQBDBFYnRraVz9F7a6RSbHtElmeJ0q5E4WnJykT6th44nECjeOzEc+zKHcG/B6u1Zbsse06u2LFJPwqTz2CpN3sIkDW02utYvWJz8HpGFADEUTTBSQmxxG5fhLyDSFIEbGuQ/2A5fS+oOvf0fqN3/hL46UKBMJGYPBN2u9+8e+3fvHN37NlGuYBxzPGPY1NKpyPmlUiBbdUGT1GJCmsw6N8EJRerMxzGSm7W8uoXj7DKHsSzdIytq48C7PX8Muaia3CJl5+PSNnEG6ZrNS2sXPqeYzd/ApM3n4HPHby6ESOIOJBZjTUGP1ldnar2/G3bWtskxnQkcWOTYFEzK+ONFEcQywVRzQe92WKmOYT27s/+eHPQFkvYYJOls2OIzEmlv5O+mMa/e4QrWoJDVJ0sXuyWHrtF1BRJLTLYv1FG8O2GMRTEYnTUfl3e9ggPbdhNa4wwtehEohU2YFO9iAAK5jcAzmYgpqYY0DXeU5qdn/hkthqnVSeIClT+3uBA34GpNs8g1BEFJMt8LoETov+qIahpA4yqi9i65nn+JwuwdUiaEj+rIJgCtnp/Uikc6hcfhz9yiryU0cxLJdgrO1AFrUco/xudsg4bB2qGqCcmERmYR7Bewpwx92BK9l/bRrKB6PRN171v+yXuI3A4B/BfuK2t2x5khcznd7t5L66WGNgdUhvSZdF8pFIJIJBTTvo+zS1v7OFYauCQaUGl+9pjGKOYVOHhxEM0FmTU5DpcMn9E4jmQ2IjEH+asLfbJMOYQPEVr8Bgc4UdX0d8bhZaOknHD9GJhuiXymhurGPA6C02TbEsk+fIMnJHfEmQzOWQopQQFYobO3UsPnUBVx95HgFHQUFUDAomUd7a9QuoNBoVOmACoWSKkVhFYWYB0QTpuVjQE+B9BWNkNn00duto15rokC0EYjnEZvdDEtOFSgFedxVW5UHIvVX/hcEivN5Z/qTkGT5P2ZNjBM7z3kRBIZ0v6nYx/Clp7J1RXqMA3diks1JukEEJBiCSkKRAAg7lToOOvfnEs2Qxts8shEJz+Z/Ywl3sbRlJFzFz5OVsfwN6lGDF+zIbdT9JKbZvH7qlHbgdk9cJIp7NI3VsBtLN4aERqj5tN9d/OZoev/RSZgP/tY3A4B/B3vfQp+zf+f6fWi03l/aZ7UHR6tmSaZrs37YkavuJ/RpNOmev34YzMDAQC4CaA1i2iHBBRju+CAhaQkG8mEOmSM2aJM2eCiM+kfLLfQvKX19cgpzIIX3TywgGa2idO+cXNxX7N4oKy6LKkQ0HWpT0uNHyl+gO2pQRqRSimRTBgn8LhQkOefQtD0994mEsPnkOMrW42B9yfXcbW+UddBwT+48eR6W2gzC1v0qGIfYytE3b3/q9Xa1jSHDqt/hcfJ5mq43yRgmVtRKfq0sgsxBJBRh9VaiRQ1Bix+DYou6jxHsQ1Y8Y+SMHKCduI0Mg8MmihFoGkivKl69BEjURRXk4Or9j9kjjl8m0emRBjOYW24IAokTTfpJRr9rwtp591q9jLMYURFtRPRGMZPZuB816xV9WPTZ9AJn4DNvJQa+04o+xiCnGQa8Nuz9AIBlHvFBEeDptOdPdL5ha5Y9K7/npJ7Nv/JBIlPiWsBEY/CPZib/9i84/u+M1i/2ge6UfdwJWQpk1FZOslZqbf1fEf3R8UYPPIcUWaxPoYb7jiuo6oTA1cTEIfX8M44nDCLmk/WEbwdS1wT6RyGQIB+/3ULj7jXTQIJqnT6FHqu5QevjbpVFKiLJeYUqCED8jSrELOhyKUhakxUIhGQnqe5HVZ/RsNMtih6UOguEoyt0eHl06j/kjR2DHY5icmBWuxeMGcHmfO4ygl5YvYG19BdVayd8ARuQEdAk2PdJysYKwTclQ36ygTXaSThlI5BmjCQJi4ZCSuonsIkhwuB6uNgk3cAOBMAtPrAEQBUkRAVpkCp0qGQMDvE1nptSQdIKYyGQ0LKqvEORQhh+jzKBkcGXV0TLx7YuPnzpl1qvjqio2eZegiIFRMY0oZm9E4hPBN5zMIzZWhE6JFJue8wFaZC2Keo2hVJISYQyZmVn+PXZSHu+8/+r22ucP//MniEjfOjYCg38kE1u0Lc+cHd8Jbt+5pW7dvh1czTYiTZSjVTSVFuy0joY3RKE4QYcIIBkZQzyTobMGYYYlbCg97IaHKNkWolIOxcIUlKwCXURYjZo2m4ZJbS4SlZIHjxIk0uitXkH76lU/t96js9gEimGdjjMUxVHpiCKvgHFNsJLkBPV6LOEnF3W3dhCPBhAfz/P4IRlAA2c3rkJlNC2QKodCcWSVMEq1Ctbo+Jd3lnFx7SJ2Kuu4snkZnQF1PVlNUA8jLfYmEN2I4XhAyWPymp06pQ8yyJLVhNJi63c6snGVbdSCufP3MLpbKF/6FI8Z0mk3eY89SJ1NOj21vpriKwY3lCRIUDYY164lBgcVXVQvJiBEySZCh/jcoQrB4d88+v4//9v2+ubL7FonZ9V6nlHtSTYli92mw4uxmx6Bkj9TY3NYfvRjkHiZiTvu9AvApKf3ITk+h3Aq5SmFrBQpzr3nif/0H7dKj629+SdvOvzaf35g7+IHLix2XviaX9I2AoNv0ggCwTd+W+rOixfv/z+ape2farbKdw+N/oRJ/V41qthpbmOpdwmr7cs4Xb+Ek84pKGMuvri8iOL+DNqhIb6ycw4PVc9i1W7gvNgXceCiNabgutdeD01V/AEzhVRdjcXQWVtFaHwG4bF5RssmmhfP+AujxG5JYqGURbDoVGvo1uro0clbYuWe5yA6lkdtp4ErDz+FaFTsohRAbmHO34792SefwgolwfG5Azh24+3o8DPPnX0a566ewZWlC6i1hSwY4FhxH1mE2H2phxKBSbEljCWKiIep36nlxWyCIYDCUygX+ohQh6fyBCQ9Qo2epTOnCIT7iBtRRDI3QCNrUhRGeARFui+k+BSkaIrH6zyGnyM5kIct/q76OyQJ4NSDcVxd3cDG5q4V0COPPvpnd//SO3//9NW3fe+dTuvMZsustGfs3jBgdXqSkGS9Rp0MgbKBbCw9NYdQMA2jUofb72BoDKDnKDfiqatKJnEyMJ75k4tnP7924e//5vWerP5SZipxq6fKU99TnCp/6Ory+gtf+UvWRmDwDdrJK3+S+7Y37b/74pXP/kS9Ufm5SnX7NdXK9kyj0Qo1aozw2x3US13sbFfQqfRQ2a1gY4M0mhp1kFrBRmMbm9JVbJtX8TgdzmUQjCQVbPNzDz53BqmpDN70xlfBa4uVfrygoiKYG4PY8LW3uQ49nURwvOgPNNYXF2GLtQMm2YFYukwKLzZiGRAYRKJRbHLM36F55dnnoVJTzx47jGgu66fbrpxdw5lnnoNLmn/Xy14Dh6Dylae/jPNkAka/hTwjtEcguOvgyyC2Q280a4gSSHZEVqA5RD6RRz47hgAdNRwKkR00rskaypNWeQfhjLWkKTtnevUNU3b1iCxR6HtRXk8nAGiQQqIIaRxyhGARTfI5JZ+6y44DUdlMbN7CE0IKpui04xgq4/jjD/42GUne6zWu/uar3v5Xz37gA/eFtbAUSd+4sNL17FtzqVwmtTAjFW44isP3fhvicxMo3HEdJl5+C1LH52EFHJQWT2JISaMNtPtj4+lfCbz7296j3BR77gNvecvrInLge0PxRKIwP69F3PBeq2GEvv3g3ic+vLjY9b/8l6iNwODrtA994G3Tr3rT7F1bW+fe3WnXf67Xb768Ua8mhY6uNepSrdKVNlYqWFxcpfPvot3qo8rX0GB44v+GPer2dBSeTOpqiKTFLo+hNKDOD6gqQURMrTk4dPQo7jh+mO+RGRANxICXWFKrxqIYXr0Eg9Fb1SkjGKmtfh+90i6psMh0FButMiK2W35OfjCdwsyrX4fk3v248pnP49ir7kBx3wKSs9NYW9zF4hPnUV5ahqkC1x++BY9cOYnTl8/4qbu5aBoJPUpJE8Ntx+7AY6e+jHq3TiYQx0CA0KDD+3KxZ3Ie9U4NhfwUeoM6RFq2YB+hYM5Npscuz+7Rf6RVO/soAeegDGNKAI8qqkYHI5DDMep6ygRKAjE2YHebfhKikAUICDZAuaCLn1nShBk8+tgDuLJ4CprmVp558E8+9ZX/dGrTXj53b8LTfzKD0L253Nh8ft+MnJibRuHIPowf3Y/8sYMERDHoKEGLKwjNJRCYjgsANpI3TC2ut75wrv7IB687/YmPfCcizvfoIX1eyU5gYuFW6D1FdUwzFUoEHvnjc+fWXugGL0kbgcHXbtLb3vY2/RX3pD/a7/d+uNPt68OhfbnXs067duCBWq35hXql22jXGnuq5YrSHw7Yo0V9AL9nU48z9JOvmkNB5z1k8hLqZQOpuI5SmZSaDjfoGeh06dAEjaNHjuLb3vwaGM0GVAKCTGagBEPw1GvLo3uLV+BWG/5S5aiodMTz9zZWYFsWrzH0BxgD8QgW3vxGHPjBH/XPkx1LY+8tN1Ar52Hw3q4+eRVbJxeJUaJwSACFPTNYa5Zx9eplJEUOgqojrIYQDSSQSKbQsDtYr2/7ez7UxfOJoUg6/jipvUawisTisB1RQ8Hl71GkkpNSsOhogcJYafIVf/jx5YsfPdtulY+bZntciyURKeyHEsgTECZ5/2k6vFgazbOqYm+GOH9XyXJcDOp99Ld20dvdwuWTT+D0+ccgNVvDqeTMutpuvVaXtH+RjsSPqJ6UDEZjkth/MRKNIqAoxJkeOrvbGIjpRAKY26zA6bagxwPI3LJP7enW5MP3f/61Tz946nWV1dLdjZ1mJpKblaaP3Y5gNINWtQlbCYYTC8fWf/buN5Z++a5bzN946CHzxLU+8ZKyERh8jfav/vnrc//k+/O/WBhPvs7B4InB1vT3uV7/P97zqv/7r+BOf/HAvtc/s7T6lTtUybql3xvCJgg4ooCIrCERTzJKaojEBd+3xf4gKEwrfjZgIKD5hUh7PbFPItBsWrAsBzff8jLcevgA6bIJLxKFkkjQS2yCwCU0L5z3B+w8kYE46EO2h0gdvQ7po4cQJgBM3HA98vsPYM8b3oCpO19Jh4vAabVJ2xsEARmXFpdw4ZmzKF/ahtHg50npxb3O7N2Hi9trqGytISwcSSQX0SHFfRZyRWTiOazVKG9a1OGeg65jIRBO4uVzN0LnvYupPdszCEgGIpQX0XwUTmYjemn3gdi5R//T/a/+nusv3P+xz2cr1a2XK0pATWePQNFSlEGUBnYfZqfU7NYaRnd7PSi2aC899xi2Hn8e5z7698CmA2ulBbnnIGmrmEQ0HGu5YseUl1EixZtbO5JIuLI7YiFY38/hGIjq1FtltqHH98nO6h1YIkmq2oI7sOA1uzAlV1tfK0W21mvhRsOUi9kF6eB1dyM3O4sOP1+pV/hgrhwJRA7CkV7hBrNe4st/d/rEiZdeHUSRpjGyr2Lvfe+xSDg8e8vsocQJWTP/NJwIPXDn0T//b3baEbr1uec//mHH7L91Y1Uk7bgIkQLHYikEw2FsbSxS9lML02mGDSBdlBFKspMOdEoHG9u7Ajz4tz6BoWPgDW94K377N34NOqWAmDBTxNZsmytorqygU6pBjxAcZMUfWBTj9QHxMxamlAj5+QYaabo6Ps5vWEX5yjqWnjqF6soqLl+6hK7Ww7BmYSq04Du8qD9gDAzc8OpX0ee6+OMP/BYmyDgi4RS6vQ5URv18qoBxUudat4Fyp4oOJUInEMKrjt6O28YOIqTraBttDJw2yozE0XgM+269BbvRj2G793wrIiV/8fv+r+U/fP8vBxYi4eSnQoHoweLUTShOH/cTr2RZbXQ75jNnv/xsYFjq3x5XNU01g3RYUWcqjsmFY3wuF3H/GR2Y1gBXT59EeXvZT+zSXduPbOFQFBRU/nJlsWN0LJdFvJBHmEzBn11QZUqMANsqRHYQQiwRJyAoqDTacEMa9D7Pb2p+jUTBxHaWKaGaTUxPzCKazlix8eLzsdnx/yv0hld85do3/9KxETP4Guyt3z0/PjExXgiGYl9+/Sv+/JN//ofPt1/403+xT3/6IeuVd+0dM+3B62zbkSamJzA5OY3+wMTO5jY67Q5cV2bUV6iPXehkCgFdwrDtsXPK6HRsmLaoOSixo9tkEQm85s1vIqugtm6QqooVe5QbIs9AT2To4+zwPEbsqaixQ4sMOpUOqGXSCI5PQC8UAMtDZ1MMYNb8wT7L6GOLmr80qCEdiCIoUa9TLujU7nGCVna8iL2HjmHx8jn0GzUU0mMwxajGsIOB0UNPTB32O5QOGvZOLuDQzAHsHZtFOiayFKMo7ez4g53GYIBkpohIOoCmfBJDVINBJz2Z9wZfKO9cbYdD4buJAAtdUvfq+iU0tpbRrO2istyyt05XEkZpkBfVis2uRPmSQCRPHsBnFpKkvLUNsTV8IBrCyrlz6JWqBKsAg/fAL7TiWGK5tAd/aza2l0WaL6od9bd34fE9r9/33w/wRnWhSRQN8YlxTN1wHJnDexEtZvz1FxuLV1HcfxhnH3sANT7XkOfVY2ElnstMyKHg4Ne/719/6cRf/76offuSsREYfA322b/bbP3yL337xm03/9bSP6QVf+wnv3Pa88yXhSPReDCQ9PP6S9s7aDNyRWK6kNj+aL3DLhRgJE1nAqhXGIH4pyZBwSYzEKJZVCXKZnJ4/RsJBuEQpB7peiwDJZVDZN8RhEXl5QP7EZ7Ziwh/hqYmEZybRWBiAqqfuxDy05+9oeNn1wnnNMw+upUeqhWDju4i61IGDOk0dIyQWKtA9iLqHUzNzRM0TKwvXcAUnTCixNATQCJ5CJJ9xCl58ry3dKaA1Z1V7LRqmJubg2JJqDZIy90ur20jTFASRUob8kVYsshK1AxJDT3QLe1uxBO5eyUluMe1A5JnaahTvjQ2e1p71co1lmvZYbWLXpuAwuuPTe9FLJ0h0zJRqWwTkKr+prHJiRl/nwaj3YMo1GgzusfJApJTWQJTDOE8QTEpVlSKZKM8ckcPIL13BqmDC4jPTSE8nUd0bhpqMsnnZttbLoE0i2A6gt2VZTInSg1jiMVzz/nJXPwWECTbEisaTdMwK17tyd/72EfK1775l4aNwOBrtD/4g4ec/xkQfPnL/z568Abp27rd3luNvnnHsG/D4Ku8W/aBQFE9vkheSetdIoJIjHMZkZPJEJ2Ux1VsDIYisUbiMYxWskqG4OGuV9+DYj5HZkAK2zf85CG716c0YERXQ9c2DWVk852frAOe7K/b90j5Rb6B1Rdpz9TIA8oC/m4sDxC3IsiHctTROh2u5+cbBKNhOt20P24wMC3EohGUttahKQHkkkWEtBBSwRgKiTwjq1izUMXl1Us4TzAIp9O484bbKX0G2GhsgH5C/W+jODWD3Hgalc4ZNMlI6lVLiiezH7bq2sBTzW/TZGXvgPck9oJcv7CD7opCfW9Ig2qfYATkinM4dMsrkUiOoUrnf/qLn8PW1WtLsGuUIe1K3c/BqGwsod4so9/vIpLMIzNZRCBCtkQQFUVbAgS59OQk8vtmkdm7B4npKUQJnmECpzZG5rNNzbZbgUc5JAXIrsTsjDHA2mNnEOKzldZWkE2NIZOhRCqXsUqZRakyrZrDm9997zvO/ebffeIlU9tgBAbfoN1334+G3/Jdh+Ze/YaD92yXrr6j227+vDFwb+00O3K71US1WkWTWtN1SS9DlAbCx9naIoleMFlLOD8d3iQYNDoibVfk7QtWINiDOMbFzPgsbrzlZni1BqP8ADZfzpCe0hHFP8Rqvrq/+IlahGBB+isKfDg2/PqD9Ciburffo6LxbDT5GbNsI0AQCEXoKNTUDhmIw89IdCpR4GTu4EE6bYX3bDMinvLlQz4zhigZgcz7ru1uYG1rBS3q9ZVeDW4sjre/9tsRs3Wsb6xgs7LupwLH1DD2HzuKXLqAmnMRLZORvue2spHIqaHRCjIS/4uhZYQkz8TmYhWNFcqjdgj2wEOLz2HrQdz8qldh9uAxhCmFZDlAcO2R0XQRECAoqRh0msgUpjF3063obG/BHYrKMirCKQWBAKmWWKNAWaEGBdjFECT7iSRT/kpOSSzqyuXhkJFIVYKBqPCkiW1oCdrJNLr9Nq48+TxA5tSoVCBq16fE8utgmJgrkfG1oQZ0ORZNLf7WZz7xzAtd4kVvIzD4Ou0XfuFo6jWvufHG3dbVn7eN/q9YVvcdlmW/0ralaKvZlWt0pgY1Z1PofDGbIGqdEAiEk1uko0IrKHQ+Mm/0uuLvql+y3CEQDE3nGmvgsd1OD0uMhHtn92BuZubaAhxGcVG5SCT0+PsKkGe4BAWxQk/slmyJKsQeZQh/90RdAXZcUTZ9d2cNp6iByxsdZONpf8cmneeJUeuL6sgGHVCI30lGzgGB5cq504jFM1hevexr8LHxCYSiUWp3Hh/S0VRcTE7OIR2JISsFsX15BVd2r2JzdxXz+VkUsgQQMWCnWVjqXIITHOLKalOKhJSuqgff6rrSAU/VURU1Fi/1YDd1yKZCqdRDh+2z58hh7N17ALmcWNqswqLc6hBgy7UdNJoNfxpWbATb2CohTcDMkLFEhkFSeZ0OK5HtiCFEMiWFbUtgCEWiiGdzCBC8xBJqogUcWUfr0achtciOUpRgwRBkvi9mbVwC2un7H0VSTiPM46sbu8inirxuirKOIF+vIhxOIppLbv3iD33vw7/1N3/Dhn/xm5jrGtnXYPfdd5/88MN/klvZ3DwxsPp/GY+FflQNKNOeqwZNQ2Gw7qFSXkOF0qBeZQenBvX3A2Dn9v/nUSKIqE8G4Nge6b1M5/fQE4VDCBbJlFhTLyQEo6QvFzQ6cQl/88lPoSNG5Ri5lVQKAWpcNRwhKIjFPZQTPFYMAvL/ofoLc0QZdMoFgozY2VhsD7+4+ywePPklXG5UYCsiZ0HxnV/s+Zigk0SjCfRqNaydP4twLIAo9fYtt78G3/62d/mR+uzJZ/2VimEvjIOTB/AdN74Ot43vh9TuYun8eVwsXcHSzqLPWnTGF5espFEpUQrpOLfewANPl3B53dHXNrQ3S1bsdjHjATeOQTkKpx2DYodhuxIsVUJmrIBb7nglzIHLNh1gkfp98fJ5XCJA7TRL8MIaltYXoblBpBIZ2Gz3+ZvuQHFyP2JOBEGVzk5mJeK8yIqMkQ2k2XZhOrmo7OyIBU8kEdaVNUAkgomakGLqlkAhiUQottfKmfP+Aq5OvYGxqVnRpAC/M1FxOhpKIKGl4facqNN1D8edjNhK+iVhI2bwNdprvzt6+InHPvsTvU7vh2OxdEFWAxj6K+nIJknfq7uMWnQYkSQTjCjQdeGejs8CZIKCql1zWEETxEChiOzCjy1DrLMLIJ9jR4toqNZEFqE4iuyB+v25p8/i8uWzOHTsMHJTcwQZOntKUGcZapSRjh1cJe0Xy4xlOrdK9qAm4tBIj5dWr+LvH/gsvvLkp+lsVdQ6FhJ6HsV0nvdBBkGvEB1cY/Ts15rYXVlBLBdDNB7h/YeRL05icfMSTl96FqXtTezsbBDotunYV3Bp6yraHeps/rc5oLQwhtiXmKM0yPFZNUR4b1bQxt89e79fSck1HKVQC0aiRkhuLXdRuryD8qU6FCsMjTJARGyx58Gxm1+GRDwPXSbj2N3Fn3/0gzh7+kmEXRn5cArj4zMEUQMywSKVyEGiDIvks7AbLRi9CnSxuCuu+5WcgvGoPzgaIJPQAiEeK74Bdnl+Z1Lf4DFB6MU8bFms9mT7ZTLwCKTltU2c/vvHESNIzhw/CqM74P3oiBBQPAJzNJbiCQj2oSARBw/87mc/8ZLITByBwddgP/ELN2capfK/6HYaP9pqdWKaRkKqhP3yWqLYRqfdRGV7199rkH4AWbUQYUfU1TidVvc3/pAU6nOyAsp5OrlgANfGCFRJRGoyV9L2UNBDuWLAYhQSDEEcI5x9c3MNX/jsf8T5c1dRbRi4unSJ2jiCtd01f5ahSj0dZYQf8uvskB2cu7SIz9z/IH73fe/HR//uEbQ6HtIxMdBo4cpODxFGt4lUlkcLYsiIx+cR7EAwhcpuiRjmMhAO2eljGNJ/qu0aOnaXLwNVs4dN6nXDcxBhBK7yfcWwsTc1g8NTBzE3v0CqHoThdLE9OIdWYA2e3sGcnEemGURnp41+pYvWVovOmIBKpxclzVRSetEGhbEJrC6vYXrfAi5dOIWlpQuIh8KYHJ/kOS3ELQ1mr8d2NJHLF/xZEAG0/Di6zR3Ei0lo0aA/XiAklc6oH47GECYg6DxWTMHKlEdinESUraTw92WD+OI0Mi+Z7OyZv/ksSkvb0MgyCrPTCAnW0LMRDsUI+Dv+jtqKJmPgDBUpKO3+yI9/x6k/+ptPi1JNL2q7FqxG9g/av/nVV393qbzxy+1u/XC73kcwEGFUIjukF/d7Jl2qRr3boWYnS2DECgfDmJnZy08G0GzUUSZrEDJClCizTJXMwObvQgrwEH4mIKr9khXMz2o483wTZKf8ZsRGJNcSkVTNo4wAdrcMBrUwDh2N4PiRELq9GK4yJo1PTCLOji5mFpauLGG3XMZupQ6x56IAEzHtFiYzP7iHbMKWkQ7P4jVHX4YiHTTMe9QIWHBJ70lzxPbt7UEDU4f2IztW9Nf8L5JhiGOqjQalCNAh+Mh8hmZpG6uXLyHEe903fwTZfJ4dyvNTkresbWxGLqCRvszoH0D87AK0RoDMpk+s6fltp0QS/pJnMYuRDDKSMzrbqgyXjrmPoHL5+VPYKO8gJoVwdPYYmv0W249gRvDa3FjHwsxBzB89TBDWYAz7WH38cRQOFJHbS6ALipqJCcRTGYSiPLdIwhKNQMbkJUnzScucixcZDiW4oQB0yhOFxy899iRD/Z/6KeKqreLQjTf6W9ubta7fdvXKNpQAEZ9gIBN0pm5YWI3k9XfueddPPir6yovZRszgq9hf/uU74rV2682tVvPedrNLzeli0BuiRecXjRfQTHbsNkoV0m6TjpZKY7w4h1g861N2R2yu6gz9FF0xNhCJSwiFdWRzCd/hO6TuKh3OJmvI5xR2dodUnKyA/yY5oGO5fsdVxYfF1CEvmswMqYVNOv4uTp5p4szFyz4InDx1Fts7JTSbHTiks4qYyiTgEIN8NmIwzKfTAdSHW9gabhMswphIEhCom5PhOKl9kq4s8iBMtAgmooz6DuXB/Mw8jt52Mw4ePIbZ/Qewb+Gg/zMTS/szB4V00df64WQUpmRhu1/FF7cu4lJzgyCnIqlGEaxE4NbIogY1OGofcpCg6GoE0z7bKk4fJdPqD5BOxrC+uU75xXYdOmjX68hqCcwW5xEJRP3EoWg4yzae8ZdtJ7NpApDrJ2O1rqxA7kqYPLQHsSyvGQr5Ms0XaJRlMn9n41MOZOFQVtnVErxO3S8c45Ex9HgvD/zbP4JNQJ88cITMz4LV7CFASSjWXYiiqhbfC5D12bLY0JXsKBkLhOXA8++7/7PPXesxL14bgcFXsV99/y9rj97/+R/vtVsHTbGrsaDwjOZi2s40RF6/hWqFHcORkcsm6dBjSKWoyem4DsO6x+P73R472pBdktFElvwEpAijlRawENRt/l2MLbCz0nEbTYNgQzlh0ymJBha9meoUjEU8H6/Lf09PKMhng1heJYVvkeaT3iv+YijNH5gU26z7yMP/sf/yV7oDfzfINJJxGTEev7TawbmtXey0GsL90XR6OH79zcgXC4ymcb+ysKisJFs2KjyuvL7tz+XvLq2hXStT8y+iW2tAIdLkxseRzBVghGR8afksvrR4Es9vkKFsi2KqEhKM0rHVCMGJT6KSFekExqAOy9DYbkA6k4PK86xvLvv5EAmCw+TkFIZii3TXxoQ+5leHWittod1rI1MoYs/+Q/4Mg0pglSkTiJbQeQ6j00J6agyRHMGHTEcMGop1HBL/rgTYTpQFEuWPAAVRAUnms+midBy/myc/+Xk8+/HP8Vgd09dd5+eADBgAXDFmECS4aioaOxV/1qY9qPMr9jB5+LAbTacef9e9P3T29z/51y9qqTACg69iuVTtQKfd+mFj0CuIVGGxxZgwMR0YjJKCExkGXQ8JdrLZOUavqKhZqFLTDtAjre31WqjXy37dQzHDIHY57g2G/tSfqCAsGGc6ydDN/txsMMKRQdtkGKKIsk9h/ZkIDxrZgUWAMV0XIdG5+YflDRtDOrgAArFqUJzEEQOT/liAAANB2l2IvYTFzEYkJKo2O6APodVxsUUGsd2q4rGV8+hT46cZLWPU1oVJ6mQt6K/sEw6sUdeLKsjrZy+iV29hiyxE5CKodI6Fo8eQnp7Aw6tn8FcP/z2+ePoR0vkaUkmZgKUgEnGgGzr25MeRo4OHNAXNah2VBh1MJUCoKpkFwYAsptZqIZnM0QFbmJzbi2J+liAh+7IqNJ7B3114AEOY2MP7E+nGWytr6HW7yE0U/TJswXAQrd0SItlxxDKiSIpHx34BDAiUos6CAAMxm+Fv40ZGJpZqC5Q1+V08++STWDp/AURnxAnW2fEp1DZ2fEaQmMgipIdQa1ZRIyiJzXGSBM7xPXt6kXjgr6be+daTol+8mG0EBl/FvvOf3np4Z3v9e4f9QazXpUMz0otpADFopQZd9BiZxRhBrjCGcCzBfsVobg3502BHbTOaNvi7CUWxoQcUvhiZoyF/nr/bZtSlvDBtkTcAAgdfnWsOTF/jtdhP+b7YEJ3+LpYaMIbzenyz16Rm79P52VHZ1/2XmKGwxYE+MAgQ4fv8LOMvxORGkAcNhzJaBu9RnJP/NukICoGia1aw3lxCpbfDe2bEFRmTfJZas4xGvebPOBRmxpAuZLD/huuxj5Fz+tgR1OgpX7n4FH7n4+9Hqb1OMHSQESAgagcERfeSEM2lcDu1d3oshVQ0jfZWAy06sauovGcJc9Pz/oKunXrJh7FBr4sJgsGe/YeRSMRR21qH3RkiHWa053MIuSBShDc31vzMzLGJcR+YbH4/znCAWKGA3MwMWdtQoDZ9nkAQCPoJR7IYN1DZ3rZD5cDGE2hsi6QjCX229LlTp9AnAwxrYew7dh3BT2wEo2AoVkP22wiT/Q3ZsPFchlIkh1w+owWUwOO/8Xcffcpv9BexjcDgq9gdt81Emq3GP+0Peon/PKcvavMHIiJfgDTcCiBfEJ1iDKKmf4ARSPWZge1LCcvu0xXpenTURDyFQDDADp7mMRG02yY67SFSuQB/H6DTEYBANsA+KjZIYX/1gcAhIxDTk8KxRNFfscxBOH9nQOHBn2JMQcgPEgn/d37cdzKRUSduWeNv7P7s/HR+nsbg+/RzviMyI2VGPDKLkAVD7mC1vYpzO5ew3dz2nXyluoauYpGe1+G2+8imcpiY2YNBWMJHHvkE3v/xP8dnHv4sHahJgBMZVjIDq0L9L8Y9yHTIRKZI6+965csxe3gPgpkEWpQXu8srbBuTkkbH/MwBjE/OYmn9ChlF1t+ExvZMv6hrKpjGTHEe3a0aosG4Xw16SH2/tn0ZldoqdFdFLj1O6RXzp0nFJreRYIxsZRJSWNRbkP2UZFEERuw9KbLAxBb1bBaBrD4gesM2G9pEJJ3C8rNn/RmVmJ7AWG4GwXTMHyjttNrQo0HKqGlkKGuCuoJCMU9p4jjWTvnS737/v/3yiU//kWj6F61dCyEj+5/aW17541vk8yvCaUSkvTYQxSgyoDyg44qKPpnsBDtilB1EVNsVXsYXxbBIRRYLkyLhBPKkyZlMHmLHYBGQxLJhsV4hnQvCNKxr04h0SrEfo2ULjSuOEdGduldsi0wTAkAMDOphggOdkbhCMOD9iHqBwun9zwguILo6PyP+xs/zTsgq+Fn3msy4Jj0E25AIBECUThMI8n4E0hB+yu0y7r/0ME6Vn8f924/hi1sP4tHOKXyx/hSeXH4GH3vu4/j1v/lVfOhL78fZ9WfQs7o8l9i41EGt7jLq22gzoA75TGPTCiOuWHVJINqR0O3UYfUaiIj1F4MeOiKlms8/vXcBsVwe0XQWe49djytnz+Ghz30Wz3z+y2xDPlOUQMvono3lcLm8gsXqFuRgxM90tOjcwqn1ZNjPK2hVdsgQyMRiIagiW1Hs8SAYgWAB/oCPwR8mPNsiIBhsLbaQKpacB3HsuhuRFWM1ZscviJIqpFA8PE2AItMr1UGG6A8iS30H9ZPLsLc7mmzKPZD5vNhtxAy+igWPmJJdL+03jcHtYvNUjUDA7uQPJIrYGyF1jYvlteyMYtxOAIbYx8A0evw5hE6qLAYUxToAk1GSR/llzZuNPh1DVAuy/eQi8TnhyCYpvMHwLSse6bvsswQxgOijNh07FBAMgwwh4JJJ8B7o0OLa4vMaqa4AGkt4O4FDbJoiYEHmMUJuiJxZITME1fZE0gzPGot4/liamHMPUMKIc8jU0xojtjhvmNLGdAdoMvLX7QbOti7iau0qLm9dEGdCNB7wBzUFqxEnFgpFyHH6OqO4GLTzkMp6yLlpZC2RrBeAQ9CYmNwHTQph2O0jT5DUg8BWbRu7i8sIyyHMHzmK8k6ZD8PW5vNouopatUrp1aSUqeLI/BEcnFlAkPfJp0aaICIGT+Ns6z51fngiieT8uF+KXo2E+Sy8KYGuosYiab8tCqH0rr3EQK/t6QhZMYSaCWwuXaJcqyOfnSTrG0M0F2ObAonsGDITEyguzPmb0YSCuqgwPQxOFZ586lTlKx966MW92coIDL6KPfGF884Tj39o0O01bmWUz4l8fzEIKInZAvJ4wySd1UOM0jodSVQMElNzghW41KkatXCGv4vEpDZa7YbfcbudLirlPoJhh04onFI4ET2UXanPiGraYgqRDs9vxyXoCPARjkeGSyBQeE5KAUtDt0fHE3KAHxXZdQFdsAIxAyGOvwYCAkT8DUP4u1iGLBiIcC4x+6EQcCKUO/QVOotYoszjBdPnIQpPKhxb+JDYOk2soZB4vDjzQGhs/lvnK5kWxU8VghufhX/TIwodEihOAjNzARw4EMGBYxlkkymEuzm4ZCC5PVOY2nMAbDHUyyUUstOYHZ9Cy+zh1JnnxEbVKOQmEU4l0aakEAuv4skxv2BJqbWJnmojnc0wcteg04nFDI6QZoW9e5GKZzEkaEg5jbQ/igE/392t+luwtxc34W2ycVZtGBdbMBc7MM40UDuzg8GzdVQfvYBLj30Fm5vnKfEGZB05H5zFuMORV92BMYJAblIAQtGfDUpOFaFP5mQ1mfzT/T9+5yk2zovaRmDwVezEiRN45JHt7Uee+NOx4XD4MgIBmfk1RW7R6SV6y9TkDBLJJI9W6Gy2IOWMZAqdTSh1FfVGiRq6x7+J3ZQG/gKlaEz2I6bYes2j7hWgIBYg9tr/70wCpTFkOq7I2xfjlomoQikiwrpLieuhL7YZ0OiEvBsR9DT+TUxPirEMAQgBhuiALqK3hkQqRD0eQDoloj6QpbMoskPWIuSJkNI8NsjPC3DyAebaTIYmVvOJ4XQCiViRKJBH/OD/4Fhi/MRDLBkiCxBTbzbol5hbUHH0eAxFsVeDmkC55ODKlRYKWhGZ8QS0Iq8V1+ESQNyGh2x+CsXxaeTHCmi36Jzb25D5DHsOHEWttYtaZZtt04FM2r/VLOGRledhNjvYW9iDccqvANs5QBlQ2DNH6k+Zc/UcSusXoJZd1B67jMq5y+heWEf70jqczTq8ZQNoDFC/uIGtM6fRFyBR70N2NBQPXOeDzqC+s9putE/bhjShWIoSDccweXQf4mNFqEQ7NZaCFIvuuFH9kWEK//dvfvCDL/oMxBEYfA0m6t3d86a5vDEcvEHy3ABDpK1ojmwajjs+MSOJyCSSZix2RCpyxkebThBCt9v2U1c7rRYjDVkEdeygLzYt1TAxLaSyTToqojmdi5GZeIF69VpUFzUUyUKhMKJ7dDqfdkd5HMO1yDwQOQg+0ads8Z2T36RCABKRXIwtGEIX0IHDAQn5cUbPsRDGxyOktkJK2D6DEWAjshsFCxDGR/AZgj8+wn+L84iZuSAZh08/+KbHcwomIxZIGgPxrLxP3miEjprJ2xgrqgQbDesrwOmTBk6frmF7q4pGm85bnMXe8Rk4vAehqaKBLNS+TnaRRzQUQ6aQQZw/SysrPhikU2NI57NYXDuL1fIiKtVN1Bo7SIWTOD5/DNcdusGvPRDW+VzxKFJTkygRCC594RMYViqYTh9De3ULVq/N5wiRtaRQJ5jsrl3B9u4aGcw4kplpJHJTFC8h/s7rZSaQnT7gKInQqfnp9Pc5He/J/OS+THbPHtMNa5IpaZ6cypbY9p+xIL+nPxx8IPeqW2t+A77IbQQGX6O98weODIFojVHzgWQ89ZlOt3N5LD8bmpzcG4vGY7qoS2DbBjxGUTF3LiREf9iijGhTFrSo6VU6u0G5YCObSTCaymi2B2g1ZAwHdCl6tG1Ty9IJRGQW6fL0Kd8ZBVyEwozOwg35NxG1hVkm2QePEeMAonSav5DRp/KUBCYjO8+lklU0OyILUqQ2U660LN6PhWGfIMCoLrQ6yQ6PB0IhnoMAJJxd0AJxGTFuERDSgSBBXPLHJkSikGAm1gsg5Xj8sC9BAugy0j/9cA8rS2LjU8NnC6Eon02yMXSHmI+T/ptENd6fkCFG04TUJ1uhzLIUB3k6tDOw0Kk20RBbx/GeZ/ce9CXDYqeKmZkF3HrwJhy/8RY2gI1+uUnupSIQCqC4dx7bl06it7GGcDjtZysOW23eY5BAl+Hz5VBavYC6uYl4rog997wVqckFhDMZNFeWUL98EQ4ReezgYTlz4Lrqnu/+kc8e/O0fe+Q3f+3fPhebnlkNaPG6FIk8IoXDf+U59ocir1x45r1//ccUdi8Nu9arRvY12X1/9v3BEz/4oeF9992n3pp+SllSx35iMLT+lWNb2SE5vusxVigi81Dk21totXdR3i2Rzht+IlGvKwqOyJidnoasV8kcbDom9aufjERnpVY2BmJK0SFKK/5SW1FYVYwj6JQN/l4Ckuuv1xdSwR8o5DdIf0HgBTAQeRCCzrdadNa+GEHgOemowqHTaXE+8SSCHQCxhOOvsBx0JTIWB/sOa3QcMZJO+k5m4cMPGUGY5xWFUx0Ciz9AaUhkNJQqPCYYIvuI8CbEgCS1imvpqG67qJYsnsejRBGbw/CzooaCrOEdN78RL584AlcMUrohDHYGUG2dzhtBIBtGZm7C38z13MMPsx1d7IpVkudPIT0zjrEDCzy/iX3ZaVTXdxj1d+D1HMzs3Yvp648ge2QOO+eexvpXvgTXpPRqmWRVQUTiGbFoxM849CibEjNTkEmDEsW96F68TMBkKxEwRD2DxOw00gf2gprKcNTgJ93ixM9F3pLdch+txIAqpEFPll5zU0u04kvNRmDwDdrHPv1LM9sbu7846Bs/6tLxB4MOHSNAh5XocKZBjbvZqFd2a+V61rKsBcM0FOHYYhosGAghkdD96TwPA5jk3MbQ9Tda8bMPCQ42O3OfXU6MS/QpJYgzwoV5ftLyCKl7WCLzoJPSOUWk9qcYCRhiRkIMChqUHLVdRwRgWHToXEqMKZDWC9nBz7iOgmjCha4GUC0zOhNf5vYrdBzXlzOeKwYdBRzI/gyGABgxDiHkQb/rodUU9yFBJzMJ8V78aVBeK5aIYdAO49yzNTo15ZKQOgExUMqfvL8je2Zwz749fl3HVHsCOV0MDIZeoPoRuCmxlZqKXer8WCCJQVzCan0dj3z5C5QadUTZhuN2DKlQmuyJ1D6VwtzRI5g5TjDYP4utk8+ifv4ymlubcFoEZYKtzAZSYNL5i5D5XMW778buIw9D4t/0UASZPQeItjq6uzv+wHAsU8T4DUdhBZSqG9V+NPjjt3/y2rf+0raRTPgG7du/68h4tdr7Jc9x0x47mshbV5RAk5H5gqLK/z6SKPx8v218cn7fxGVFNW6KxJR0NK5QHzMC6mQQjEYKhXEgEDbDUXk1HJUoNzRFTPNFGYNsUnD6IdmGoPd8McoK9iCYhxgojBAQiCt+9BSOKuSDcHQBGDPzGs+rwuyKCO/RQekARZGHKMBERPFrx4k9HWTy/F7X8kEkU1DFTmb8MyXCC9cWKdgiwSYa0CgDxJN7aFQlXpdsQ0gZVfJf4vMOnS5MXd6pKyjv9HjfYt8FcW88jufQCCqGZCJZCBDsaohHU4iqSUTUBEyPkkIQfl7XL97arMDrm8glCpiYncOxl92OQ3uPYSo5gbHMOCLhMOLJGOIzGYwdPeBPAZaePYWVRx9DfXEFFhmW1R+QwVBqwEaQtCgYSSDDc0XTecqCZRTmbvBnSBr8vXF1Eb0q2VqzCiUaRiRX5NfaN13H+oNff+Cvt/0v/SVuIzD4Bu32O4/dw152L3t60HFMQ5YDJ0OxzG8VUrnfOHZ48vPvfPv76k8/vd58+w8cSDquccSyhmYkprrBkBwNBbWhhIA77GPRGGp/OrOQ+6NhT79FkYPpUCgiaXSsKGW1qHYkRvytAVnDQLuWiMRILHIBIiExLkCAYCQTziZy7QWxz2Q9FCcCyBWivq4fNGxM74tC0cV057XxBGFiIFCwDGNIRKEDivHBWFxHNMl/8G8i0tPv/XAfEvkHlA9ieJRPilZNXNCjBiczICCIiO/xPkUSFTwNzZJHttHxU3yDMcoMvmIpRlzKhWDYRroYx/Gb5mAGuqgMS6h2NsUACEKpGAqZCQSTKaTGCmQYHX/j2Ewyh8nZBUxMzODITTdjfM88QscDSE6lCa5pAlWcLKCLcx//GLYXr7DtxjAUdRe7VUZ82R8TSOTylDsx5A4cwPrZk+hsVTGs1TEo0fklDdm981CSYcQmpxGfnIQeTnhaOPzF3kzig7/5yRf/TMHXYiMw+AZMjBnE4sNbXMd9K+NnNRBIvD8QzPy7f/Hjv/e3f/u3jzc+9KGH/Bgq7N5v/7b64QPHHuga6kc0VVoORROfCujRx0OhzHthpj/SaAyebA+CrzD73nd224pa3unCIlRsrA2hyXGEQxm6oOFrczFI6Gtz/kiExSCl2GOBjimLBCOf6RIExJSkjlQmTLkhoyt2IMqJUUFKD3/OUji+YAbCBAN4gVUw7AuZI0BEzDD856xHwQ78JZOa7WdGGj0VnTb/zp4j5IGYihSFRQQQ6GQj9lBFeXuIYd8iE5AphUTlJ36crECwHjFg2ew24Cn8e3qAq/3TqKjbkFJVNKM9dMYMhAlm8dksFAJbYmqWzCaBeGwC9mCIVofHElRk3qNctSgb0nB2Wlh75jn0mg1/LCAYT0IVYEkdFYqlUJidR0DWkS0uEFRtXH3qURjVPtLj45QmSYwdOgQ1G4HVbMGstEX1IzcyWTynjuceiMjWUye+RcDgWp8Y2ddtv/3v3vFex5PeHAwG/uyf/9gHf4sO9V8A4B8yRmP6ouR+5CMfCT3+lfe/odGv/ZTturdbQ0sTNQfEIifP6aFeHaLGzk4ZwYgmHI36l47ZJaUX1D9C2m6Rwnd6Is+eUZmhPBYXg4T8W1RHbixGx9Rw4WwLmfEwDGPgZzza1Py2KJri+PfiDziKgUlB6UUhlOn5OPKTIm1Z1HF06DwOAqFrCUoi0DYqEpotl3JAyBlKBJGxqJKGh1QSjAA6DR2XzrT9sQxR01EwmUSK7CIqNo5xKW/IYDQX6aSON7/qRp9RrFa3kdfTGNpiBeIEkhMxPp9YWRhCQ6wT6E76qcABOYNd+zTSvX1Ib6YR6oehuiEY/SZq9Q2/vmGn0+U1FSRiCfR2qozwEWQnpqA7KgrzR7F05jl011d5fsqTLKUDrzN+/Dp0lDbM51f8vTDFngvh6anNxA1Hf0f7oeO/x+9L5H295I0xZmRfr733vT8boT9n46HQvcmu8R++ViAQ9p+PXVt7KDHE/9Pee8DJVVb//+f2Mr1ub9n0HhMChBZEUKqokEivJoAiXRDRsEgR6SJCQJEAoSQgxUjHJJQkhCSk1022l9nd6TN3br//57m7+MefIgmiXyHPW/cVdu7MvXdm55znc57nnPMolzEscwRS3Jw7V4eMGucb4Gw/QcLr7yz6XYOBZAlyeVzUg0ZTZFC456eKDFUzkbPAKfcCChDQyK4UKEil0M+ADru2ZmHDuiQa+zl3xHdn9xBurQNSA4Oj+WDIgQ0dpz/jPR6TAxrYpgxeFF8LIn4tiuRxHQVNuxOZioJej94Cvh6uzcCd2It5XGlIQX+PBW3NyIm4AgRfB3scfF/4uSgEx9WSeLWDZUDRdNiyZw8axZHjqghCtCEAUw6aBOW1AfSltKCoZyGn9MGA2gKrCs/AGv1leFt9yM5BLwgqco6KF18BfQ5ZyNCtYHgU9GMBF5KA93lA8PrBg0Z9GodP6DbkUAW694K7GoHrSIJlleCtiEEA94Os8IHSn0JOFqkqGe+Qjf4YqhK0TVt2duXD7ge3H0CcwedAilK+QCj+0EUXPbLp7GueLA49vE9ki90TkTqfjMUZThHGeygYmob+ILa7moDrArxeCcJREaJx3DEJGS2KD3xeXEOADBlnFvoY9JzBXAOc/lNUHOhPADRvd2D7Jg262tAIHJfQObGDGZzkwz8fT/rhiUjctGOwmA+rDxqpARW6WlJohLdQuCGBjFQGlvkGMsBc3kZhyeC5cPSA5yDwBCY2uEzSgUSXAdmMiZzF4BwErgfAKxy4klJDr1cV1s2yxO/RQc4np5ugMSUoq5KBElRIFLpAszR0PwJyQCJSHTwEvHEICH50n6LOm7523owlItk4OPgzQvdBBRRgPOgzCXjBX1kO3rIoeGJRdI9e9HnxQGHn46B/0fkYrwBaLg3+cAyiE0ajzwLdFwotnP4sKH0J4EMB5Jx8IHl8KMzgWaeohN3Z3P0E4gw+B9yEEcnGEaNTS5fOQ2Pr56OmonaaNxCgcJdj3JEHx/0sj77UPIOcAa5ixFmMyEB5ARklnhy03GVJGY3UeNkPG5g78gI2PlxXgBSChM6DhQcyRDxXKPvRf6DfcTiA6xNcZ4DOidWHO3Kjw3iiEBdTYZkfiUkQi+N2ZBokEyVI9uBVDBZ4ZEiUhfsM4vkB7Azw67DzwAY/6BSyKTT6l5BqQY6FctOX8bInug7yCliUYLWAIhVXSeAlf6xIVE1FYYvpqCqS6EYa3Q9SRshJ4F4PMnpDHskH8bIqdE8NdigSX+Mvj/+iRp+8hGE8yMlYQAsGSBEafT4+8EXjIIb84EOjvRwMIiXDowshh4H+x7DIqdVUQLavF70PFPZEgiAEQ6CmMshRiFDK5NDjKAxK9LohhlgdBi4gog/b3EztaMUlWPsFZALxc7Dk4SX2H3+/JN3QcCT61u877StWSDu7NxyjW8pRWBG4FY3IATDIqLEjMNCIidUB3vsQOws84aehYJ9FhoKNqojCAXfCT0bGiUY3FHq4IzXeUBRbODZ1nGKMs/qq6wLomOlew0RhBe4xgJcIcb8FbMQ49RgXWEmSiJSCu/gIKjIinFqtKQYMJHAnJ2RUNoucAa6lwG3W8L7P+N5w2EEjA0evKeGrYvUxmCGJlQ1ecXDzC5DzcH9Fz8DSHg3oEIoyEA6JEIoE9/AsbCiqWYqlJIdlmDx6MvIftIree5blhA94Rn58oNjymFSKvHKA9k2zoCSn06wT5tB74nnOYJHjEKNxyhcKU6IXhQ9ZdK00eq+ZLLACC+HaRmTcPuhc+y5SOUGIRCuRqhBA4pEKkH1A6xooqQRycgxI1VXgCXlwybTKyfy7zClTV+K/2f4AUQafE2SA+Nv/uXj1scdMqQQR23AcXKMvyTIa3QQ00iJ5jAwT9zrAxmTYOjLMInIUSDoj1YB1gIYn+lhkBAI2LTxCD47UH0t/X4CBYAQpCcZGIyzSE0MrCNhJ4ElGbJgi7kno94LHIyEngLP/RPB4RWTg2AmhkRlZJ97HEI/+eKdoPKlm2eg1QdENGViRQnE3Lnhi0f3iPggUCifQa1CYwXDIcaB7wj/okoDbweNPCt8LdhSs67zQezHARMqgMNDbt0zN8b8wDOFs2zFn6VbxB7pROrcE5g8YQT6xj3dOPvLghTdfMrv9r3PnrjVSQkebxecTNqu49RumLe3yVpTd742F3pPioaKM3heL4iYL/Q+7RQqpKLyfRG/zBqBlDuSwFwT0I1fGQUL3zkX9bpUjbgbLy370ftDfADkKixd508snnKXO51Z/XzYGv1GE/zbUr647+Yc5VvuNYVkUVgK4lx+W87jzciadBqVYgEIBfeG1wTkFTsQjLJL8yABw3QE2NDyjj2Nyd4lRQ6O9hsZr9FwWGXAxj0ZuS4IJX4shgzGQMkCKA6kN3EgFqwpcLDWk4pHx82ikxIVUqqsYGJZHBsWj+xkMJfAeBYMhCwoX8IQckgS4ZwNPC5BHEl8zSq6hF3I2pAeQqkDhAs7kw0IFjzf4vkXkQHjRcSdAYxW8E437noyXlT6orPFmrvzhw8/R1HGfuXyHTke9d/HFQZD18xlduFIs+eN0ibtr4qUH30qVVdDJtS3XQcm6NL2mW862JsBs7nBTjD319TCQbEHOiwK/NwIVYyYBCr4AcgrwVeXQ/94HkMOdlf0eKJt5IATKQ1Bi7NfYmtA8fvaM1UOX/8pDlMH/DQ4nSKt5mt+NC2ywIeHNQt1dktBoJSErxzsS4REKGzCeDceThjjPgEcKAU/6ebxoZEZyHY+0g6m+yFLQDx6RTTSS4/RlTmLAQLEw9vl4Mg+vCOD/tpAzwLkKsoS3WA+AKKFAH6kAjpfRdSR0TtZVB0iCuyGED90L3pcRdxXyB5DMDochGo0iOY2ORRyQQzqU1drQMAZg5EQaKodREK1xIF5LQVm9DVUNFNSNpWHkFA7GHsBD3UjGjFdT2btvzzwwdVzjsxQc51ZMfBa7Lp3nixXkE2JKOeOD0GpB9L4SrI/Npw86Lgf1k7PhsVWPMh7pjwwv5NCPyQii7q+uA6W7G6xMARg0yEu+MNAO49gqcpB441WkIByZT4MHqYaKKDgeSSlJwlY+EFvI9mY2DF16v4Aog/8jrp1zaoCVlXvBT52t6zpt6IMt0nDXI6VYQnG6AsViEXKpIvBZC+ywAZ4ojUZcyu3nj/90eBIRD++4fwGeS8CVh1jmUw7yCkge60jajxobRf+NRDOKr7HywJWMNDJ27Hw8eBmNMiFfTLvFUTSF1ACeBUHOAicQubUOFDeoCOjBpCd0i45lFp28mqJNWgOKw/dtul1/gkF8HF0fqQhdsZBjo9GpLBSKsG7Go8BRukMxPENZWZry3MPJ8r23X7dnr4p+0L1T23/y85Eek76OEmTT8npe0wzjo1FNV+4ZeopL7k9vjEm+37pEU0qr6GRpFG9RU5Mbt0K+uxOiU8ZBbPQIkCpqSlrLwIC1o1P1jKzvMyL85vT2XQFfebTBN3nSMjYaeL/Up630Xz1tYOi0+wXEGfwfctqEhvsqZ9TPkat9ooYcAJbtJfSvhSwbb+iBwwS9rwBU2oIir0Gw0QOSlwYlVwBNU93wAW/XZuLwAIUKOIEIJy7hzVMsHc8biFBdH0QjPrJvc9Ah0BSuoUBxNFIJeL0fHYGSVkKP4/0hkfxAYhF3DcIrDF6fx53EdHdq1vIQiyDJHfAZ3V2Zta09O+OUaDfwAnolUhnYcYg8UgleFMIgdeJ6HuS7cMKSYwq4Euo1nvUsZ2i+SxSkdrVotN3RtGOfc/777/zNaMtg9fKfXvJ3TuBjcne+HM31p+61Davd6S32o+v/orhqW5BOq8AGQuAfXgfiqOqtmkY9JXTnd3GitwdqG3f2dK4UfDGv7D379A56MvW5lou/7BBn8F/m16cfdEjrpo4jSppVXrDMk4TyUF18eh1IHh4ZnO6uKuCYXlEUSPemoNSaByFlQj/S/WK5CNHRXrBZFY28BVcR4M1W3Ak+PLeAVIGGnIM7p2BR4CCn0DiyzP0r45HfxjkBOKZA0beIRn4BxR4quubH0SKHJ9SQ58D5BbjQCW99XizlgGPQ6I78REMjMqaQ2O0LNv7izrvvrBAl4QaapwQGN0hxJzFxxaSDFAFSD7rdJYjCNqwOkBjYJEqRP9x2zdat7oX+w/T99I+P0pb9Sri60layuQf7Nu2KC815KxAvYyhvoI/l+HVQG7tOuP1bG7Di+Hcmg79K4G8G4T9MT88dnvqgcsihk0IXqXn1WmTwsxyDOVAr6IG29hSVV3SoaIgCI7MoxjeBFVlA6h34XhMpAxWskgmZogq5oo3ifBECARFFujYYOMcADcv4q4z+r1A0vdLQKJOyqTDuToRn/CWv4Mb9DpLr7lwADg9Q7I9XEv5WlYiMHy9D4ll4WRaguroaYrivIPo9n8uChHsA4MaiOI04Ivp4vsTKXuZPW3Z06CxHjWeQ3MC7OOGJQlyyjFyR7ljMPRMb6n+Syxnv1ITGvr2hZnXH1sX4Nv+z2I8/7lF1S6ZsNiuFYwO8xH7X5wv4i+niWqu/+IowsvY12u9dwXmpVU3LF2q4rR1hEKIM/oO8supSf/P7OxpSHb3nFvKF85V0cTNnyxpdEIZnWtPValqlBgoaWD4BRh8xHIQwzpijQE8roKRU0Foz0F0ogorjfREZLhrxJYGDijoJxGoRFLMEpodC4zqywJy1BsD7h47OjvFIFvxQRKM+3obcE+JB4H02jgzc7dvRiI8VAF5mzBdKaNTnUBiBt3LHu0BLrrPxSCHo78vD+rUfgeVoUF3pg3Fjq0D2mzBybAUuF05panbhn5astHa17T4TKYGog75KyB+A7BEcQaT3lAXYbzVd39+MP4f/5ujrzF/DJXo2nGIWnXVV4+sGjEThMceCEzhP7D6tLXmf2K61w9hhgpPb7dD3zMbtqQlDDOpDwhcG+uLTic2/9S5ccNY331n89v3N63ctSSTyx7Yn+hdaFvuzqvpRv/KKPlX0Cw7O1gujkTuIlLrzQQKU5Z2QfrMdku+2g7ptAAbSeG7AABo5CEmhIY6kP1PUIbmzAMY6DeQuHmIJH0T7PVa0XVrV6Ax/gxdtnhPAlr1I6kssZDP5ApIPmx2KVfHKBc5nwKsHyDxRfO8Bb8CHlIIMAbwJCc9Ab3cC/vzCMnjpT29Ac/Nu9I6Q+qA5yBWS6NuiufkJPq8nTNH8JTMOHDsiGq34kKU5xW3Rhr2BhTyWSb0lRWb2D34iaMT5L8rwXer7tMGpW6xCfx91ztFJg+P/gKKu1UYuNZur8BwBi0+1qaZpCnEE/wgJE75A3t34u9Cfnrz25NeWvvHjnTt3XZJK5cYBxWtjxk9a0VAXXlMbrDy0p6v3fCWRGSkyDpvOK5DNImOnKcjpKqjZEnjxwj+i4JiQVg3wIiurET1g0w4U0RCHI3y8ZyMOJ2SHy4fAuzDXlWp3dOb5+1ev/mBkozheFMTDZJ/EBkMceGWZHVE/9mbkHJIOGBMEgUPh9OBeDTq6plLMQUnJQr7YAclMJ/QPdKCwph8Z9mDdg8/nBX9QdhOZ6hoiEIkKIAgBpCwEShB4LZPP3DSQSlOiwE4QBVrjGKaf5WO3DuxRmteu7flcGZr/Dr959VV7YMVfVRBU9b7ly81bLli4y+zfotOGdoijGz7m5B1vNL3+rDr0dMInIGHCF8CSpZeUr1/2wTElpXRsLps5OFso6CztX1RWM25jUChdYDr60aVSKekp8NH27UnQW7MQrPZAtliC3t1FoB0aDabI2E0LGb7s9h0oouFMxd2EkL73syyUKAsKYEMQjewMEnRo0AeDg3sbw/W3b/3ww9QixzHwCHz28TUnsb7gVI1NfosX6Kms7Xm7XBh+d4/WKdugPFUoFERF19zkI7zsh4uGLMcAXwi3YMN1DAzg7eCLacZtnSaisGHSpAlw8GH1UFcfQs8puPsiymIEO5ReUfSec8HVN34wvBIOCkUjk3hWWnXjdRvfQ/fyX3cE/4rCDc9MooE6BoL8M/LV3+kYepjwCYgz+JygcID/wx++3ZDoSRyey/ZfkOxPNyCrWltUraVpRe2pHzasjBP5aV6GmZVP52kbjfDqNgWUXA70IjK+gAicTUFiSxFMnOAj4H0WLfCLortWr+DNWWhkmJblqgOGp0H3oAsjVYC3L7dYJBY8zKJndqROG7yjQdbMmcPFj/KwN7z61OWC13eDk2MvPqZ008IFytxTKUZ/wDbNMO61iPOP8LyBW7SEvgV43wNWwEuVeFIRqY8SDf2dWPqLMGx4BZxy6qEwYUIdJNO96PkqhIM1wHMyUA53Q3XdpbcMXf6/Oj+wrzhLl7KwbCYKE/63HNX/CsQZ7CPr11/l2batr3bPnp3f62zdfYptOQ28KHuQAb+ja9zzyXy6OhwJzY6X+SvbuvoYyZA1AVhPJq9BqTXjZus5NgcS+kkmDSi0627FIO4bYOTQdxRZaU5Dz3EckNCfBy/ZA84yxOE4CurwtiwCis1LuBqRgyeczsJFSwCUwbv7//nRxcMvoHjxUrCFefffv/al2d8rP1aF3BLKdmjcIdldYUSOYNBqHbcaEm8mW1Jtd4kS5/XjrkXFDGv5fX76jLOPpiZNGQGZfB+YZgGC/hhSByHQDfUDntd/SFHBrbW1V5E4/EsMmUDcS1a03yUtevnUQ//80iu//HDF0id7O1t/zgn2pGC55I/XipQUtqeEq+kbR46ruCIQohu6u3v6sgOl1wNS5QsekDLpjhTIVQ7UNEYgVulHIzIDFopckRgARnQgnTfBETnQLVxZaACFcw1MLOEttxAIdwSi0WMixYDssBCkeQjLwriy8Q1/V3A/OM4DTI0f8nw0XH1VTXiYu1V4IBLPCxzfjlua4e5EDIceRH99nMKMt3HD+Uc4pRl3J8L9DXj0byxGQU2d3Cl5uZeKitGMS4zx0iTHeUBRkaJxdKQm7ANTBf3FnoGOWUuXHrHfFPV8FcHjA+FfUCzOqxxZlTnlw3dXXNLW0npNsZj9JsexFYGIAMEyjubRqC55vZQgysikWTmRSBX7OjOrKutGX3nYjAO2DLT0HJ5NJsdGBZYKhz2Qt1VI9SMvoJnQ0auD4TYrQcaJxlScGYj3FcTJQjKu7EOWjecSsGrA12EEDmgULvi8PAonePS7ZHLewNLVnYm/xcAfr5q/tHyDesQRU7puaFqcw79PmRK3lVJiDoteitWAiRwL/hdXOro7NyG1gXMFsFbA8wgyckyhQMyprqp8zSuOvL5+WHkiEJQakUOImia6b11xy6Txxi+2rftLSr4uW6J2Pv3EtlZ8PcKXD6IMPgGOd9vtK6Q93b+ve/2Fqyc/9dDxly/47QtPt7b1/C6dyp7LMgJTVl32bt2ouiUVVVU9IhdDWjoCmiJAe2vaaW/tfUvVqPOmHjz9gkOn1Xjad++c053s+ZYhWbS/Cm+/hvfxwI1BkdjXUIyOfmfw6I8kP04iojTcygz3NEBS3aIG+5CicEGmWPBJMniQgco+5BAYpO9NGiSTiTf6/CMWnXrqP3XqTU2L8eLDYCTAmwGPx9eBaxI4t+Zg8Af5KKRS8M9gaMAih4SzD72yB+LROkr0lO086rgJHd895b4HC6r6uKoZJoukBH62quP9I5GicXAVpDHFttXvzp8PRB18SSHKYIgla2eP2f7Rwtm9m/LXJlo6v9/R0nxRe2fLyUVV4S1aejMYr/3N2ElTnmqoalimFax4sahPL5ZKYk9fn55OFVZmc+o9deWVTx84coxg2/aBXR39t29at2ciGoFpX5QHm7bzXsbXHQ4GVUUretWkQ2X6DSTfsTa30UhNQQBpdwEZKDY00U9BRBbcPQt4joaY7AVOQ0eQXECOYY8To73+qF8Njqh965zHnls79DY+ldNnH+1k8wMnWmapwbKQp0HXw6uYeFmTQtfE4QFWCW79AnIMFeVVEAhUbAgEqh/9znfu3IHPcdyJI3XZw0xwbLuSRV7Dsg0UcnBuqjPev9EwNUqQo3999qn2r8Teg/sb+70yeHnNCdGXXz/52OSOnt+ne3L3de1OnLRh3dojmtt2G+m8soDiK2ffdNuu02dOOfolu6DG2no6f9Kd7Lygu69HaGvvWYtU/e31VcPmPP3YwH0xP/O9Tc1b7+xNpG7u7kxXlEoaIwVYi5W5fkby/TxjFm7euqu1O5NXqF6zBDQKDyrLBOCRkUeDPBiSAzpSCWUonIgGRAhERRgeLQfLy4ImIenuEyAe8afCVYGVjMy9THscKiDJ7VjRDL2dT2VTvrsgyoFWrz9C4x2M8ISkOymJaxbw8gGukkL/x84Bly7zgux4g6G3OU5aN3QK+O6Jf1htmfbNiqYtxxWWeGt6XLuAc6cddN80I0RYodI79HTCl4z9VhnY9ivCgd/IHpzrzl+tDTCXFweM8X2dOaqjoyuR1533veGqa2efsWD+sPFAb9r47FHNHZsu7Mt0nd7R3dnQ1dHTSlPi/bHa+lvu/OXm58vGtGmGtmFuMpe+CgXelSITFjpaOyFYFir4ot7HIjWhJq6LWtm2p+0becOczfgl6OoxoawBOQJkhDjPAO+UVCohZ8A4wDf4QA8ZYPK620GI9rNg+FiH9grod4aXvE4S/fY1mzKYYiG1+tBZF//NYD+NDcvbzPPOOUW2KOpwWfLIXn8IRQesm4aMVy5Q9A+8iCcHaQh4g0gVlHcGglWLzjjt/hVDp3A5+8xpvawkNCNpkbVMq14QOa/AC24dRLGofpRXzRefW7iVKIMvIfvd0iL64tML35w6jitEvqXlqOPySfWw/ECO6ersyjMez2rZE7qvdvLYNfUVoZpcquvAZC51dDKZGZ9MJT2aZraynPSMSHnfuv32jVtwYs2vfzu2XCkoc9t29/4oHo9HeCdEdbZk8/lCYeWoieOeO+CA6c+0bWkRt21cc1O2LfUdvkwuy9k29CV0iJWh2NxwgPPgzUoV6OvV3WKgxpEV4EPhQ8fuTqgW/chR8ABIESB53hu26Yoqf6S1qJRCIBj1KqgLxPETL77qquc+c1lvydLflu/ZvuEay9BOdcCMWpYhGkaRwtvGa2oKTKM4uAuSIEAoVt1bVz3y+O+d9MA/dTTLV13YoGvFGTwvH8+x0kxRYMPZfGZJX2fhrNmzP/teCP977FfO4J1V540d6O89pJBWTtZz/Iye1v5Ad28XCsPV10XR83rjxAlbaodV6jkle6xWyn2nr60nlir0syWT+cix4BUUz790332924ZOBy+/dtrovy5762qKNk4IydEyrxSB3dszhXVrdz8zbsyYpkee3Nhzw08O/n42nzonnUgfYqdgU119TV9nV/vRvXlNrBkmghwQUKxNQ0ebAt2tRQj5HBg/rhFkUYVEdxd4wA8cIwL4pJfyhfz98bD3wXh19VWeXvswwXKuKli5ZjZUddpF9y75THXgOPPo5//irTFKhQZFSR5DM9RMFCaUWZZaB2AwJQ05BauAZJOVkkT52crKUbefcsJdbUMv/wcc51Rm7aaaEZYOdRzvnAiUUbA1/c5p0x7er5qCfFXYL5zBO+t+GksnN09N9yfn6inqkIH2TCiTKrA2ipl5Wd4+fPTINxjBHGAY9sS8roxKZbv8Sk6BUs5cL8nC676K4U9c+8PXdiAlYOLzOU6LeNs9JxxeyKfPVRT1e/GyMB8Sh8GOrc2wZXP/U11dpfvOP+sgK5lMnV9Q1ItKukU37+7/U1Ao++mIUfKszVvbr/SF2dDoyQEo5ilIdJWgtwP3D8wjmwcYP6EO4uU8dGzfDbXhBigUNGBE8YpcMbs5XOm7KVATv3lSdvKG5r4Nr5ZyfWOA9p19xTMrn3bf7F6wyFnEzKJmWc+/Mq/aJ3inG0bJq2i5Y4qlIq9ZVk7m2bfBG1x25re4BEU1fWa23po1czidoeKhsL9i0wetH82atRj3biV8yfhKOwMUEnBvrDnra53N289zsp5Ds/35USXFYPv7+0r+YFgrq64Ihv1BsDlbzalZUdGy0D8wkFdK2q7yeM1LYbnyuaqqKa0nndTkZvit77nK07Em3dCTbJ3VvGfHGTxn1ocCtWg0b1B279jjbdm9K28ankXDhoU7CsXshX5PsCqVylA9icLq7pb0rz7cDi/88IrRv9u0pnPuUd+upnGfwo5dKShkLeju0EDJGVBRzsLwEQ0gRAzQuvvBBwEo6WCLXs98hobfeCPe173ByMUXX/uXV2778cEPecziBfGIr+n7v3z/ZvdNfw5w6IRDnjffvD/yjW+MzwLMtPHvQ4f3GuwUpk592HQXRAhfOr6Sqwl4dv3tVbMmPfXiodd1bd/1QKHbOj/dro3r2JMAreRsilU1/PhrBx19hhCQPsiYA9CRahGau3ZovanUCjHg+1G8snHWz65ac9PFF7+8FTuCzZvn8cuW3TBm16quW1rbtj/b2bnrp5GQPKy8fGxrLD7jedYO/6Wnp9WWPR5vTZ3vXBR3nx4IxWTLYQo9iUwW+ZcXNB7eQPfFdHckK0ZP8tM+PwcWzicwTIiXRcFGMiUe50HkWPwGIBIJQYk2gUchBHICtI/nbI7WG3SjmCxp6VH4fVJh5gMnBLS3kg05zn24Z9nn4mPDP/roS5MUdSQy5n13BBgUHhjEEXx5+Uo6gxdf/f7X9+xouS3fC9dlWpkpfS1Jrq1nd7vNM78dM+HwH5x22XmLd6eWWf3Ztsq2RFsxlS0sYRnfxaPqR57TdMWWx39+2QpcyI9sch79xz9/e+aqje/d1dX90fOZZNdl6WzPWJpmtLqa6Yu/fvgPfhyRQtv27FxaF/IydDDgLQSD4fXhSMW9hm4vaN6921Y05U8UTb2ycSMUL7+8viYcY6dV1nvRB0+7vQtxP4FcvoQcg4asyACLKrnbquG+/zpeaixjQPYLYMh6Q5+lDBRtPazhtqQIm2e3Qpju1D36RIAQSfYh/Ft8pZwBHnn37HmyrtDpnJ/rhMO7dvXLu7ZtLxWKuZ3VDbFHz7zyqPs7C8sDD//mJ4v7enrvTmfTLbwg3TBj+rd/+Ouf7/jjD85+w+3Ms3TpPPF3C4/4xoNPvDGv1D/wO0dRf1TMpsd0D+wBORRaO2z4xDsYSly5ftWbM3s7P7zC69MPqij37YpHy2+cPO2gb3d3dfS0t7aPMHVne33diAXvfWBswucNxuPTq2tFyh/A+x/KoBUcyKTzoBQVoGwOInEJGB5vb+aAHzkEnBaMmxjFJBnZvJyvLa+3GZbeZtv6WHy+Go+4zbDsVpU1KldvfakeP0YgfF6+EnMGOOZ99dWLp7fuaZme7u39eiGd/bpSUnwlE3ZWxCIPHHDk11LduW2jO3v7J6l5q4aiQY1Gax85YeadizZt6lZmzZrlTni98cb5lW25jqmGqh1jGvq3WcWukPgAO5DthqJRyvAe4aPRo6YtSXV0Walk+sqQXF6R6N3G2bbWEQj6HvjxT3bcOXfutBDtFFa0t7Tl4+GqH/zx2eaNeOIRhy6PL/z6aXmle6Hkr4ZinwWrV2yFYEiGdNKE9uYMDBsrOJmBLDVt8jSINXKwYeNmCAgBCElRoFTl9fETp8xaue2jR9AfTZb9lWded91b2dtvn3BfJGyeP2FM3UXTDznwWYpqcic5CYR95UuvDLAjWPjYGQfv2rz1xpZtG+9TlMJR8fLo6uEjx98w81tfv6bhkPLe5u5t56NY/XKw/PHyWOM9NRWjZl990cpHx4w5NP+xI3jxxRm+rr6tz5pa8k6OYS6WaV+NqlFsqpCCvkxvIRirWF5XNXrplvUffiOZSl/N0VxtKt3L7W5tS2ZyyoKiFfj9q0/e6MkmWx9K9vfztmM++dii3euwI8DnR/86A4X26YIctUU6AEq6AJZagFg8CAOJJIQjLF7fX0oD84GmqBALxoqegB84vJ2ZZAMtMQ7nKXKman5kafqIQmFPfN68ebQoCzspjmItjjq1ra00/ZVXLv3ccweE/ZuvQpjgmBSbKRWdZY2NB9329WO+/5PjZ8/+ccVY+fnmrneP2LF1+4OZTEHg+cj1ldXjT7/ykncX/OjCpW3YOIde73LyySsKnEj/gmc9r9u6533LFqE33w4FM6GPaJyoCCCUt+7Y+V3a4o71iRXV/YkB6OrZ3S94gg9QYuj369bVKQue/+0Zhq59k2Xs133hkY8Mndpl4ctHRAXB42E4nuYpFiSuCKPG17q9A8rDAoT9dNEXEnYWdO4RzaZy4fCI5zw+TxclAkh+vK0ZRCpClZqpWFspnQoyGjOiqanJZvxyi43O55jWIX27U4d0dKwg9SaEz8WX3hlgoz733Me3XHvjO7+ec/kjT/gq2bolbz1+16atm182beEgXoosqK0bc9H1V6z7zUWnPetODP4znHkOlSmUW+kBviKb6x+bzrZi1dEcDless1TZ6uvqPYBlQh0hb22mP9EK2VxvgmbsJw47ae69d93V2uERV33b1EvXSYL5tiCpCxYv3loYOrWLyu6gNKM0RpA4yBXzYLESeAIhaKyphcq4CH4f3uDLeFcWnJpiLpuVOXatadhrS4ru9g9geM67ZuP6MjNgtTkSJBmBOQCfd0LwsG2yLvaZJdvkQwbTrQzw7gUJhH3kKzOB2Nr69KQHH/nO5Uvfeu7CRE9yPE3L74weP/Oymd+96vrzZ7/kTuD9K+6KnnCCpStNHK+fksl2RAuF7r6auoZrBD5yaqIz83MG4pd6+OBbqYHOQiLRZso+z5syG77zjBN+lT7nnMojC7n0uSxHWeEILH7sSfXv8vkx7duKjTTNh3xiOQwks2BYHDTWNqZNS3FwCzQkXVpLKt0XDYY9pm3SIMS2emVfCVcTOqwJNmXHxHBZYMq4Q5sZmtcd4EddddXRnnZzq6EyaseA2eOlfU74ksuvIXMGhM/FV8YZbN++I928va1CLbEfVNdMuXDKAd+67vTjH11zZMN5n9kJF887eHzlvQDZ+nyxDbcY3+EJBH/+4/NWvjjnrNc6b7zl/T9MHTt2eU/XxtNSmZYy2et/zh8d/sdb723vueCCeBlLMRc7jjW1pr7mxgMmHfbm0Gn/Dt0qHlBbUx8RhCB4JAFCIbHP55NXt3ckdvOCBykFWw9VRvOyj40qpVwxletUwrFYtpjOuz0JBZkX0plk5KyznlB4RthK03Dg8Al88CyL7SlZWs7WKY9hamWZZHdg6JIEwj7xlXEGq1ZtHRgxYvY14yYde+mlc/7y+klH3r3X+fEo1LD7e1+tzxVbbctWW2prGn7100t3Pzx0GB596DtfW7bypSsUNTOFE5xl9ZNGXnHDdSuXYidCmdy8kpI7DBnnU3fet/3xsy95s2/oZX/j0cePObquetKxQFtlWokCjyDBpDE1OzZu2vi2Yyp54A2geOgua6gdqKurLQNbNztb0xmO4kAUAqCVVPD4fabA8rjfCS5cancsy1scGGiAWYstPxfe4aG8FGVIw5xSOuJelEDYR74yzqCpaXHhkkvu2HHKCb/6pxtyfhpLl85j73pwxHTdLFzM8VTcHwxcHRk2atHQYXjkkVOG9yW7rlPV/Nk0Z21iOP76H523vPeNJ86ULzo3frZSKpys6dpHFC/9Yugln4T65c8mNqgF7UJV049IJfOQK3RARdyXRkJg3doPd/UyNDdFQ6JfB2fjwWMPZjW9iGydZnS9vzwQCAdYgUchBd63lJJVKxnBcyQ+f2SlY7OSpVN1+CIeT6xFs0XdsnSPIAeq3SsTCPvIV8YZfF52onFZ15wzgpG4NxQJPXD5ebe8dNK0h91ahCVLflbXvPOj6/t6mk/mWPa9sL/i9ltvTa6Zd8QR7NYV2w8vKMq1lm208zz1wOLF6X/YWvzxO46WbeDO6M+2HeyVvXJ5dDRSIbwdEJhEoiQv9PvEg3RdNx3KAkZwAhrtVTiRqxYlaRgoupeyLBbvdtTX3+32HUA+ogaft6522noW+AFHtQ7H+QuGwLynUZAumr0BxrB4XCPg3gCBsA/s985gzok3amVlNc9GwzW/HDfpwFsoajDv4KnHvjdu49pXrlCLme8autZZ1XDA+TNmnvEiPhY4oDiTyuevrGY8XtFHPfP0otKf8eOf5K67TpG6s6VjgbLPE5CBV5bVwLbNLZAZyA5oEHxm5ZqMreraGNNRWZujwTRgV/P2d0OaVirQrJnX7VTMLNr9LO8BpDzQGRk2Eh4uOOBQPemeLEPxW2xdPeSBO6aXjR921E6aptotzQmaZj7w56nzSdUgYZ/Z750Bkt2Wl4l+8Bdq6V8OHfNoHs8DPPbY3Kr2zl0XFLLdc2mWSbAce9UVV7zeeuTMG60nf39kXXmcv6BSkr5RE6+4W6wQFg+d6u/IDTQ3ZIqZn4WinmH+oEg1N2+F5p07oT/Zqb69fLmxYc07tYqqVPCCALZhm7ZtB8aPOipBs3bUpAzZFwkM4wRuGN4t2cSbqTgUjB1d1ziw7dfeuXMfznIM0yawXJSj7eHjxv2waNmwI1/UfbplKDeitzV0GwTCXrPfOwMMrr9fPAvc0fSZF0+ubdn5158Vsn3nM4y1yxPy3XHPA9kX8LGHnv3uFBvU20WvMZtvpJ+ePPGY38+/NdWFj32SX149o5Fl2QsDIWmyIPsgr+ZAFstAknmIhVm+vp43bUMNGrpdxlAMOILOUrbUs2rNcyPRX0SJBkRRMIpzBZM6zMMHwNAt6O3vptLFvFlSe/34GqJXfJehOR/DsMPxPIJpctsNgzHTAwkcShBnQNhniDP4BA8/PHvknvV7LtLVwoWmaSg+Ub44Fh7xBD727LPXV6Vbu2Z1dCdm58yczlXKNx564R1594Wf4Pd3HFfHeeFKloML8QanWWUnlMUiKFrwQm+PkY+WT33ha9OmLywUzGMkiRJojwO2zRRKWl4MVAh9Au+J0LYDEmtFGcoUbNMCnuehN9FuaGAxAtfozk0wwOy2aaovp6gnPPHKdD8wnrctk7ZLBb3acRaROQPCPkOcAWLRokXMCy9cWZPt77hWK6V+zLLMNlH2NV1z052rLrvsNW3+/Dlcf2rnwYnu3jMy+ZzSncnNO+7so9wKx0/y8stz5J5sx11AWT9gWNtH8TqEoj7QTRU+Wr8Vhg2r2YbUwpOXX/ucz+PlG71eXmYZHgzVtspDB64t9injTFN1TJuHvmQOUIhC+0MyCDwLHk9AKKmKmOX7g/haVDDY6tB0l2oXZpid5tiQN9TjUHRL0TAm5HIfie4NEQj7AHEGiFT/U0dtXvPaPdlM9zmqVmwLR3zzTvjOMY9+PJmY6tt2WHfrpotoR8dtwBccc9yJd/+zdmBbNqydTrHU9xyGKVEcvStWFt2tGSXb0mwUHgRVh7L3RGJlLQ1l5XWOrVdVxMPAey1AKmKdTEV6GRSX0Jxd1t2bA9MRUCyggSgLluz1OsWMAjxLj+zq6ncNfc6cp1K6rm0QQIhZJfMAumZSLy9KuzmerdrT2Vzh3hCBsA/s187g7VdPGfXgnYdc3dvW/Ggu3f090yptCkaC11Y1UG/hrj34OfPvPaG2kE3M1tTUUSzPLmDMwN0fH/t/YQS1g5flm/2hQFNZuO4s2ik2mXq+IFI29PcUlViobNm0MT8baG7ZMUqS2MpIXADkNOyCYi1/47ZntqayqUbTsB2vzwemzQArcJYsSbuQ19GQw4BCsSBKXsNdXsSJUt5ocHXIH7e93vrssSN+rIscv8l2qIBOKw3uDREI+8B+6wzmz5/KdbT0XbNn+455+Ux3Fc3S78Zigbt++vOWV2bNGiwysu0ez/aW5rmGUTqNpehXeSYw/1f37P6H8OBjisUtLeGR8V9PmfKNB8++4PkPVCFRY2pFqrtLA17w7GgYHdm4ePFiWxb502Nh1pb9HN6vcDMrMOuXA5i0I5QEkeWUogqC4HEYymFo29ktCsxOw0LKgIOwoZa87pZLCIZne3UD0snezHg8iUjzzIeU40iG6gzH+QfuTREIe8n+qwwM//fb27uPUi3VSwvshvKqyrvD5RXPIaNyC31eeOGy4M9+cvzZRqk4q6jlk7Lo/WVNo/ipjgDT1AT2hSe/nJ8x46rS/EWhQKmUkW3a8lkMZfMeYathcu3Ll980PRyUZJ9fpFmeslQn38aJglvYZIFWY5k2BIN+UEtagWHonmh02FuMgBQE7UD3jh7JzFvVyBW45dc8z2w3HIN2GNHdiZlyxDbHZtOGAke1wo2krwFhn9gvncFjDx5fVVSy38+k03WRsvCmqsqqXx59/PfeOu+85W5RE1YNO7asO7BU6LuBdkyJp/lbf3Hbbavnzl37T8ODf4ZjVUZN3ToR72xczNPdiiJsmXXCQ/3JRI9ULBQay8uDSArojCx5Nh0z44w8bkoiCT5VFgWwdA1ymdTjguSfw3r4bbZlbMB5BqbG8sDRXtybEV9DFJE6YNh2FDGMfnn+HFnwRtrQ85IWUMOyO3aTeQPCPrFfOoN0rvtH2YG+oySZ7wkGI09e/tOPnh8/vulv/QfatpemJLqbL3McXaIYZ+HBM494+uPJxL0BS/RMpu3rNONMLOZoJ5UQUgccMOE9pDr0XDFzSiQqyHKAAdFL93nC6tv9/U3Gccfdr9m2GbJt9HrKLib6ejqnHfibJWOGXf06jXQBCiXAXy5zNMVMfmzZMrdnQTgcSnMCY5qU5e+3BspnTr43ywnS++jpVYahV7o3QyDsJfudM7j99hm+Qk7RikXjo1hV2f0+yfPHoUMu118/qSqbS5+iqsqxaJR9zBuJPzRr1uK/a1TyWSx+K+x3KP18iqIh2cdavMBtOfCQ8T2XXFJXHo4EjvX5ZPCFHGA4/a9AKx2zZoH1+ONneiiGLXm8XiT3HU88Vi04zhoOORaO5rh2zmMD66GAdtjxY+hp7qjPcR7KMqkWx4YK1eEMPG/Ae+V1PEtx4ChT3ZshEPaS/c4ZKMqKYk+6/E4xFD83Xlnzxwsue69/6BCs73ncY2j25aZjnsNywl95Rn76lls2tgwd3ms6u52TWIYboeQYSPVTxYqa6I4R1Rf2O05kom1aejBsAyMYOV40dp53Qr/bfemss54oMUDHlZIOrCCBQRn1FDUNG7jBszJj2Y5u2CoKP9gyp2AMx685+uiHs6IgrOcYZg9r5t1VBs6SmgFYRdWtw7q65sj4MQJhb9jvnAGe5Pvd75YXbr55047TT/9zYuhhuO++M/xP337rHE3JzTU1TY1GYr+uHc1sHDq818yfXyHThncaWIy3u90AvzfUFfIH16ErO30DO0ZYZnFkeTwIHi9T9HuFlcjY3XyFF144OwQWReNNT1WlCKLo78HbuOFjLMcnWEbkdduCXLYYMwFiuIbCPcbCMxTn/G7kxJi716IhsC26ZSYNyxqpODrpbUDYa/bLOYP/l3noc9i5eU1dPp25RS8UFZ/fe9sBh05eedllzbhccJ9IWTAGmMxoVbGEXIazZE84cdjRh6/+9a/fbABTP7u6IgDhKA+8wDb7Rwc+HHoZRCKjeBvsWg75Bq/XZ+imJlFUgzuhyYm8aNmGalkl4D2gqka6/GMncuaFr7RdcvnbTx155AL3uY3+xixLiasdmxpm2DTpekTYa4gzQDQBOPnu9pRlWJfQDnfrrAeeW3DccQtzQ4f3mrvuqpYkzp6IIvtvdOyhQNM8hiBx7zSWy1yyP3d8KBiYzguM7bD0Dory/EFo0f7Wki2R2OWA5cgCZyNlUOAYh02h0d+dKKQpuhMrg2IpW+AFo5VmbePTehbU1l5VMml2A1AOl053HDH0MIHwmRBnMIjz+F9KXeWc/AwT8syfQc8oDT2+T+SYYsyms7OyaZNOJSnQTegZOYlvf+3Pz0UMVbtUEkxAjmKx31M2p2JE42uTJ28sDr0UZs1a0OuA8ov2tvwWcDy2ZdphvPqAj+ElR8exVVVTd0t++iHVyq37tCxIDMNSyx2LQo7GOri9/RRp6GEC4V9CnMEnaFrQpt5//76HBhicm+D129MMizoq0QXQ223CuHH1a8aOH7t8/bq2ctvO1aq6Viyr8G1QlB+8P7H8mb/NV3zMJZesess047NUo5hhBSFp2zvdxCFNGUjyHM8XFcXYmWQWHLfuayvdF3wKJog9js2stwymzPJ5SPIRYa8gzuALIjZsp58B48xiBqj+HhNCAX//lCnj1h8w8v7deavky+TS+bJYuBCQK7Z/vIvTP6M3tT7GCkyKpe0gRY1wR/9wLJjnWCtJU5zOS1ScavrHIqlPcszUR7s5LtqEJMKiztwASUsm7BXEGXxBZAuBw0yV/loxY7OpPgrqh4d7KM5026abmjnaH/AERC+XHD6h8gP3BZ9COFyTdUzTR9M07u7s7qxcKFkaI8qUQzlyRKD3KoRxSm3vtm1OPntY3V/SQw8RCP8S4gy+ADZvnsfnM8YhSsGIdHfYwPIC3lZ54wknntIxb94RIgV2DW5y7vFKyzhO/ZdhSDKZDDMsXwLHLkO/usog5Isrhq4WOY4vmM5gHcJnceSRy82zzlq9z5OghP0X4gy+AD5qefTAfK44OZ91vLkUjzc8UetHhNY29z6T93r7ykxdqXQc2ozHyxIHHvhicuhl/wBOYw75goZhqFFBkjTHWenmGXB80vHKfJI2LdkfryA7JhH+IxBn8G/S03OHx1CFb+Yy5ozeTi+wIgd1DRXrJ0+btnFyxZNF3lfOgkON9Ho9ulHSVw297J+C04kLxUwVwzFF5BoC9NCqht8fAL5kU54SU5Vfs3aE+2QC4QuGOIN/k9f/+tzo9u3Zk5QsL9MUB/4gax5+5CHv0Pm8mxGYaG8ZznNOwLaMxPDRk/9ht6VP4iqDqJ+3LDPECFKpvf2RMH68/aO838NVCB4hHsxSyqg188m+CIQvHuIM/j2o3g5fcyENj6sZ4ZpghH2xpqJsbT6d3XzkkQsy+DjHRdoMg3slFA2919Gx5x8aqH4SrAzymYTB8VSO5thMTc2F7uSfXN4wkAXHKPp0IU/lK6fN/fQcAwLh80Kcwb+Hc911b2WnHzTznso/XHL3qCl1TdU19TdMOH3myx8fb2pau13gym4FKnbTaae99qlbwn9MtCxSshyDcwwVd0F2VxMMttOmBccsGSoYyCcsdY5wHycQvkiIM/gCwPsuNFFN9o/OXLE+0T3tr9OouX83ct/zu63NV121/F92SfqYXK7IiYKUZSkaG7w7WRiPjC/qivGBlrcS+d5ibCYsczsdEQhfJMQZfME0fUZC0L/CcYDyBCqyhmGDSek4VdlVAIdN/GlaV4t3FHPGzaYTXLR48SwGP04gfJEQZ/A/BEWBk0kngjRLmzY42OD/lql43eVb23/1y/bfqhl5NVIibs0CgfBFQpzB/xDz5s2jJUlAfsC2OM6Dd4L+BwXQ1DTYp5FA+KIhzuB/iBtvvNHRlALFcrTpmG6IQBKMCP81iDP4HwIvLcZi01fIcu0VmaE8BQKBsB+zdOk8snRIIBAIBAKBQCAQCAQCgUAgEAgEAoFAIBAIBAKBQCAQCAQCgUAgEAgEAoFAIBAIBAKBQCAQCAQCgUAgEAgEAoFAIBAIBAKBQCAQCAQCgUAgEAgEAoFAIBAIBAKBQCAQCAQCgUAgEAgEAoFAIBAIBAKBQCAQCAQCgUAgEAgEAoFAIBAIBAKBQCAQCAQCgUAgEAgEAoFAIBAIBAKBQCAQCATCFwvA/wcY6tXiDy9X/AAAAABJRU5ErkJggg=="/>
          <p:cNvSpPr>
            <a:spLocks noChangeAspect="1" noChangeArrowheads="1"/>
          </p:cNvSpPr>
          <p:nvPr/>
        </p:nvSpPr>
        <p:spPr bwMode="auto">
          <a:xfrm>
            <a:off x="3592114" y="2317197"/>
            <a:ext cx="309638" cy="30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2891" tIns="46446" rIns="92891" bIns="46446" numCol="1" anchor="t" anchorCtr="0" compatLnSpc="1"/>
          <a:lstStyle/>
          <a:p>
            <a:endParaRPr lang="en-IN" sz="1830" dirty="0"/>
          </a:p>
        </p:txBody>
      </p:sp>
      <p:sp>
        <p:nvSpPr>
          <p:cNvPr id="6" name="AutoShape 6" descr="data:image/png;base64,%20iVBORw0KGgoAAAANSUhEUgAAAQgAAAEJCAYAAABoqrlaAAAAAXNSR0IArs4c6QAAAARnQU1BAACxjwv8YQUAAAAJcEhZcwAADsMAAA7DAcdvqGQAAMe2SURBVHhe7P0H2GVXeR4M37ue3tvb2/Sm0cxIMyogIQEyBgx2bMA2YMfGJe6xieOSOALc4pIQxw42jokNjsGAMcbYmC4kJNRnNJpe3t7Oe3rb55zdv3vtkXP9/3Xl8v9/CQhJPs/o6Jz3lF3Xcz/3vdaznoWRjWxkIxvZyEY2spGNbGQjG9nIRjaykY1sZCMb2chGNrKRjWxkIxvZyEY2spGNbGQjG9nIRjaykY1sZCMb2chGNrKRjWxkIxvZyEY2spGNbGQjG9nIRjaykY1sZCMb2chGNrKRjWxkIxvZyEY2spGNbGQjG9nIRjaykY1sZCMb2chGNrKRjWxkIxvZyEY2spGNbGQjG9nIRjaykY1sZCMb2chGNrKRjWxkIxvZyEY2spGNbGQjG9nIRjaykY1sZCMb2chGNrKRjWxkIxvZyEY2spGNbGQjG9nIRjaykY1sZCMb2chGNrKRjWxkIxvZyEY2spGNbGQjG9nIRjaykY1sZCMb2chGNrKRjWxkIxvZyEY2she7Sc89j+yfufn+/XK/f8u4JKWVaPTla8+9PbJ/5jYCiJERHC7nfd884Pvt7wX0SduLfTCsHfnEcx+P7J+xjQDin7kNBp99jazG75Z99TWqJt3s+ZLlOPiKprr/WpZvv/Tc10b2z9RGAPESNs/7XEySbH0wQDIc9nXHKRVU1TQkKSNZjU3HNdfvk3TlOxQ9dFJLJHX4NltEgr9D03Wdr2ja+G/765mz8szMQGzP95fDkjQ/DDY+sn8WNgKIl6jZ9pVX+VL7TkkyZnibQ3CUvZC1qCSFIoA68ActG/0rKTWszEOh86v8n5YA5BIbRRqO2+n78B6HN7koy91HfL/WUSQ9LCmRr0nSsZXndjOyl7iNAOIFbv5T79fa5Xj88x/8m86bP/5x97m3/0nzvIuHfcd/jy8N7vZhpnmbXVkxNFmS4A9tSIoKz9jy5ZAqeVqejSAMX/IIDjm+LvCRgI8eGUPLB8Que11gqHmuf8X1Im8JhU5ekySJn43spW7yc88je4HaxsODufpnL/3gzer4t/u+rz739j9pZv2Zu11r9Q7ZrWVVvy0rXlOTnBa8fhlOYxlu9SIk35I8n7dfCZE9jBEQ5iBJYwSHOF8LFdHj67Yk+9uSbG0lfW9Ycz33w+1Qf2sEDv98bAQQL0Cj9/0vZic58bgK/U3wpDdv/vivjT/39v/W/PMf040r//GkjP7rVL9TkOwWfKMO36wTHJrw6m34gx6ga/BDfFBVSFKEn7eIB5fgNM/Bs7a4oS4PgKRBJtPgwXhqGq7le4qSXiqiYD23u5H9M7ARQLzA7Ktv/tGjj7/tJ28Srx+4/37V1dRbfci75aGfdY2hHnzpf2O+fz5ul3BEiSR/SlZD3yKFErJP5/fo5L5NRjBwKC0MKBHe9GSGQBCD28nDvlyDvfgEzLXTGJ77DPoX/grD65+BtXoW1vYVuE1+XtukJGmPw9x6p9lffsNzu/wn7R9Bzn/ggYD1kP1I5wlgrQ/8xYL4e2QvDhv1QbxA7P7775fvM70Tyk73V8OxXD0zM/mQo9g1aei9JVTuvMncrP9RoyP94i1f/K32cz+BZfzNLaqkx6DIY96gk7ParTepsnVSy45H/XCawGADxhZ8r0MmMITUjfK9LLxtDWbDgnFuBxErAv2mCGyvxsbgILQgwfWrZBkKPE+Bli4STMhhZopQ4nk4vvRH9tD+jWj0NevPHcb/MgEKbFC+/7GPKctnr0wlp/efCI/lcxRG4Wa7vu7Uqt8ru1JICuurkqVuhPTEoiV3NwbuIOw4PTNk+43m+Hjjlre+tfbcJkf2TbYRQLwAbO1nPxpJz43Hr1Uf//Xo0PphRY5CjipWe9hrFOLZMb05dM1y6/7Zv3jXrz/3E0Z0Y9JW1v+DhM7rZa9HVVDOS4NtWYlJqpechCvnoTgdSoftgEF4q0lYKzKMZ1qQBhKGRg1Oy0VUzREIfPiOCz0bReRoGNJUF1ouBIcAY12XocRiCE+loR6Lw475m7CN79Ee/4NHpXsedJ47HHzm3nsPKoqiJ/N5o3Dq1fDXW++UoqFviRXiRS2bDXVbdau5uR4pb287OqLDZDyjSJretlyz7sluJp1LOKloohbKZ/5LWA09tq4NVg+/+c0jOfNNthFAfBPNf+oprfzU1muM8k6+3+v8UKSQuiOqhdGpVFApr0MLhzCZnkQymujInvqTqXe97c+f+ym8iw/tdXdP/LWqDQ6huwKneonhuwtJVeDLe+FVM3DWdxjV+/DqKvqXDQwWm1CiOlzXptTQCRBD+D2HDMGCpoWg6CGohTTcYRfhsTT6Rhf9ZgXJXAHJPXMIvyoPbxcGtlT94Non//hX9r/1wdrjb3rTmKT3f1AaardoPfkmO5JsRuYP9hTPPSzpUr5j9qDHY7jw1GlkMlmUN7egORqyyQJimRT6Vg+uZSOcCCOSz/pTB/ZV42F9Y7hV/oLadb5U2rVwRvrRN4wYxTfJRgDxPJv3mc+EkCxMWVVzX7/T/eHa6spRo1HPhVOJJKIarEYTlZU18DOM56cxSTYQTif6qq79+efu13/i4P0fV4bv/rh/YPGRm+VC8v1heeuYW76IQa8KhXdTs7LwF4vwn43B1Qd0dge27WFY7UBLymiUtzBsdeHTKaNyApnsGJrNDfTL2wQKH/r4OOLFAkLxJNqDVTj9JsKhNI8hg9xNexB+wzSG0fWzjlL9ucfe9eWzctl6fyKpvjYTHYvowzRahoNyr+nHklGpaw/QqGwhHk3AJBfQqYasHmWPJyGXHydD6aPf7yCSTKLZrlDmmJjafwBjExOI+J7pbHYbqf3zf61PTv1Z+nvveeq5Sziy59GU555H9jyY8ft/MyGPjd9T26j+nFFv/EL59JMHe1sbuUGnFeq3Glg9fx6rT57H5oVrSMfjyMcKjOxROmhIq1dayWb67ycm7zs8O/bv3/oTSsjep4WlO/1OOeY0G7DbLWjNEqTTM/BW0vATEaieHoxSaGocWkRDt1ZFleDT6ZKhrF5Ct1mDOTAQIxgYyyvoVsuUFgkChQnTNBCORGCtkXW4lB0DNhZDhVb3gRpc9O2VbtNcWX3w2e/2DXuP4amILRyCYVswnCHBoY/VaxfR4XEVS9PQEQbVBlKJDFJZMhHPRq9Zh+pL0ENRshoXnUYNluMhmkxgWGkpqi0lYqXc0ehM4fZf+ukf+dRv/Mmf9J67lCN7nmwEEM+D+fffL3/Hva8/6TiDt/SqlZ/ubO/ctX3xqVCvVVHoijDaHWzTQdevLMJqD5AbyyHiOtAZaXv2JozhDgyzkdP2yvvGT02/OZFRbtZjoVNetxHr15bR7y1DqoWhXTwMqRsHSNfRN6E4MpS2CnvQh+sMUL5wFt1GGb7vQI2GUB1uYOgYyM/vhazL8GM+EsUxKJaLSGGMB+6icoVAsrqKQauFQbMNf2cItacmtXoKCZTWr37uE05ns31LXzY1mRIiNT5BaaSjdOAAttcXiSM9GL0ugchCs7wDzVeCz6OhCEJ6BLbpYtjtY1BtokewUsJh6ASNQaUpaQSu7PSYquVzWV+KXvuNP/vDM89d0pE9TzYCiOfB3nrHfflwOPxLvub9eKfaHKutrsHsNjAcdGAMuhhaFlpkEKqeRIjO068uQxn2KQ0GsPQ6/HAXXqqL2dcciqWKScm1SM2bFfQ31xiFl6DZOaiVGYRaRUgEFXkgwe12IIU09K7TSfsVSg0DclhFdmEGqUIe84duRj4/g8mZfYjpwfwLuGT/IVnHcKeKcLaISGYCO1cfpyRpwB3YsPoGhkPKEyrTcKqwKz675/rilaee3m6tFvScv3vQ91GYXoCsybDIJCb3HUQokSAo1WEYnYAltLpt9AmIqk52o2pkC3G+loWMgqP5mFvYB/IUpCdnMHFoD+VODkoi78my/uFf++DvX3zuko7sebIRQHyDbfU335eprZT/vTOw397dakbEVElPsdGu7GDQ7cLm33wDsXARuhZCd/MSSokiSoU5SnULkk5nzERJ+2U6cgn+IARpGIPcBaStGOLdKbhLGuzrIcSUAgbDHvy2g1ZlCdtLF+DR+RoEEZ/7Sc6MIxpJIZUuYbheIwgpkBoOjK0qaotLcAYmnFYbLo8nEs/Ac3w4wzY69Q1IcojHCTiwEctk+MjD1qXyzX/x27+3de6TtzQa9SP9sqNOzewlKESxfu0cPNuG5smIRJKYKs5iYd9ezBw7gvTUGLQUz0FVyCCGcFULiiJD9hz4skcg8aCGIyjumka0SDkSiXV8RX7k1//0vz793GUd2fNkI4D4BlrnDz72Ms/Hh6urm/e11mtxLZuGH1LR2t4mQFRABUDHCCEcTiKWmIBEJ05Qgx+885WYvOkWhBg946USQtTu0eQC6TkBpOzA7cTg1lWglUDYzWN4kY5tDYP+hJ3lq1ApMRrV64zadf42jWJpFjojda+1A1WOwDNMSg4yBkN0YFoYmAP0By0kZigvIhoiZA/RfBG+5UArZhHiMcQmJnmwPhSygPzCAWTmDhC8wp9UX77r850HPvrKxfNbd7a6prT71M2YvuMgSgfnECqE0G7uYPXyZdQ2y6itVWD2+oAsBbKqtV1FY3MbA/Eer8vm8hqam1s8FxPJUgH52THE8lk40ZgLLfTZX/vj286++90f95+7vCN7HmwEEN8g27z/d/O2L73TcaVXtzd2oqFMGgqjpkcQ6BMc7MEgSGVWFGpuRnUxBGEPmpi56SgyB/bBTYYQn5tHdGIK0CJIFqaRyNBRGdn7ZB7la4tYufokHMeCHhJDlwodfArrpx9Do7yIjcXTGNh95KLjCCfT0AlOsXiKvqnA2KnDMgYECouOSbZAEMju343URAnhyVnIBBEtnYFPzSEjBKXjID0xC4lgkipOobT/KJyQMpAM4wvDR36/8cTpZ77nmWe3986duAkn3/RKbmsOqekx5MZKGD+wC3tuP0EWs4OV81dR3dhGeXUd1e0yOp0OGYmPXqNJoLrBHuSQTKLiYfLgHkwe3gPHtGB0hztaJPYFfebOZ567vCN7nmwEEN8ge+v4VNrTIt9ilBsn2ts1RKYLGBo9tFfWKS368OmoQvfzBRRNR2Isj8OveDly83sC5xGa3WS0bneo2fn9IfW/L8nU7WogSwaNNqxKm5p+B1o4QYmwiPb2GpKzE9AySfTaNWwSKHbWl9DZ2oDfIxhoMoa9Lp0wDEnToJTS8HwH0XQySJTyBkM43K7b62FQWUd3dRm9C5fhMto7rTrc/hC5XfsRmRxD9+qiZqxuOM7ByZvrdu9VsXQ2cuK2W7H36E0EPg1Wi9KhWoUqUfqQBWRnJpHfM4nta9dgEmiK8/NkR0XkpsbJciLQw2Fkp/IY2zuJ+SP7kC7k0V2ucFtKNRrLPaUP3b/+1Y+8b/PG1R3Z82UjgPgG2R+fP9N7+8Fb1qqb5V1yLJT3LCvUYfR0SNtF1LTpkD6ptkSgyM5Mo7gwS6mRoAzooVXZxpAg0DEMUvAtDNtdWENKCMsWqc7o87Uqy+jXqrB9A8jHsPXYE7h++SGUayuAFMbs7luw68S9dP4sLLOHeDaP1s4WBgSc9voaWUUC9FT6HwgMAzKKHsGjFdSMod6HmiWrEQAmk9ELULJ7KJw4hdjUNNrXr2Dp7ANwCt5M8eUH940fP5KaGStgjs4uQM+kdHAWl+B3upAGJrfpEiRKmNy/wHNU0Vlcg66HkZ8sQnEMZPJppFM55MfHEZVDsI0hLj5yGnat70dC6YeS++f+JJRKfu3dH3jv/8rcHNnzYyOA+AZY99lHS7/+3/5DMrdvtuCGvV4sG93frbYyTtuUs4enkdqdw9SxOUb6OIFhD4ozc0HikBgdqG6uw/QtmI6N3s4ODNLvbquFfp9ObLno1UWSE/3EtnHx0mlYTg8TB44AlAvVjVU07TZ2Vi9TPvSDDslsbgIzh28jS4misn4N1bWL6BstOASZaDIbSJtoOg9HURCfnIYSTyM6OQGz3eZHBIpEEqUjJ5HZfQADq4HVz34GfkyHshBD6fWHFL0Q0qWtKniAwTCoGJnwLUqFbg+KGiJbiZJQ6JBCfB2NI7d3DhtPPYvFx09j6/IFrC1dwtriMkGRkmNjE3ZvgGGjh+rqmqfb+OjE4V2/XVjY/5R819woB+KbYKNMyv9D8y49nJD2j8vAgu376769uLrgGZ0SPOkeWVHykJR7ZVXv+zrGnEE/0dpoxizSdzUsIx52EE7kYA800n8PqhJjJNfRrtZQ21xDv9UOsh3DIZ2OTCZBZ+0OOsFwaIWMYkLQ9WwaZ05/BbF4DHfe9+3Y+sIjcCkRIhPj3J4MR0RvX0YymUOutAupYgmy7MCmplezEcSjBTqjCZfav1tnxGfod8kiPEb73sYajArlRe0Sdp94HcZ3nYJayqC5eRU2wSpz6ghid47R8XswltcwaBkYtFuIuj4yd56AJEfg79RJJRxoqSxkAoobi0ArFCDFQlg/fwn/88d+hWynjD5MeI6HBFlKlOASpjwJK5Ghbjn/6S3f/52/MfnHf9z3n/KjOAFbkiTym5E9nzYCiP8D8x57LImJ+He6IfU+3+x30W5MKJaVcUzzdoKDqcYj4YBrU0L41PzSoI8u2cDQdeD1bWruCUbaBMwOt2VpBI0Yyssr2F5a5nf68EnLTTKAsBJFNkYt3utQbjTQstqodSqYyU8EcyfOnP8apqansOfoKVz+8oPQGx2ykhiihTFG7zBCBJ1MMs3vRpBMpaDJKp2XPCXiU97o6K7WYPQaGNTb0BwJJp1fooyhx9L5Xczechc8PUJJ0yWb8JFIlOjkIUy84ST8iAGzvIz6pUVYXRNOo4XYdAHFu26FNjEL89ISzKsr0Lj/0CylRywa8FWJTMXlpTnz5UewubGCnXIZSofn2rahOlEsX3gYyVjanN9100On3vITf5Iq7d0vmWZW7ncczQ/9ivRztw9HBWuePxsBxP+B2d3qK91B68OhfrfodZrwHctTXEcGgUDodzDyS0oI0FW4vgtX9BWsbzNWCkmfJ3uYg4sw6usrAXOApOHCY49jY/kq4ukkwnoI25QLdt9CJpaFL1F6NNaxe/4wrlSuomRFMRwy9ioDJHIZyNOTeOqLn0GUWBWPSuj3LHQlBeFIDGldJtvIIslHIpFGLJaCr7oBU/AHDoztGqQ+AaNFyaEnkCtOA9EwsvN7UK4uYaeyDkXMFiWr8QcD5O4+hv1vfx23raG/vIhupYXe9TUylh7G7z6J0ikyCLIVk5Kn9/DTBB4XicP7KZ982GQqqkrZEkrA4nXxeYksm+DiuSCUYenPHsbFJ7+MY6feiHR2YpiamHLVbFJWDSti9jqOa7vvVfeVPhT6vpPnb9yJkX2jbVQw5v/AZD18lyp5GUiMtCGV+l6VfccmUIjo64KUAF48ASdPSj29G8rUPLSpWcTm9sIi7YYXxrDeIaWngycTaFXrWFlexoC/F9E1zH/jxXl0nS6urp7HVnsLUW5PJBJNaRnYRhcGKb3VMqGpERKYGrJzc4zcRfQjEmQ6L7EJ1V4T6606Nmtr3MYmtpurKDcZ9RubaHd20NrZQISgkElNYnL/cczcfBvMZBhGyMOlKw9io3IObrgBy2vBtNtoGBXok2lIYQX17XWUV7ZgNHgs5QrUfAqR8SIjDpsUwSKUjCG2dxfC42PwTBN+twu324ZHluKUt6ASIFTfF9UwEYnI0IiTcV3H3vzNmEzNIdqww87WdszdrkTq5yltDEeR9fiPwtZ+xP741df7jw4P+Kt+5rlbMrJvkI06Kf9fmud783DMn1PQn3cYxX3qbgxNSOYQPhu9GOKTItTgsTgjdRT2Kqn4cgMOnRULs+hVBuhvtLC9tojrp59EujRGZ+1hZekaHZGRv1lDhGSkkJlCUgmTadgYWB2RjYBuvYb6zhaPwkUmnUEsriOS0lEV0iCbx9NLV+ARdIY8pKROKu/LwaiHTFYTDvO1OYBQRB6ZiWbLmCiJmZP7oSQS8EIKgWQJXbtKObOJoWTAD7uQZZfSg+BAp87dehjH3/Hd3E4fTQKaqmgwq010NraQPbQH2d3zZAh6MPCB/oCXQoMcjkBKiwQx0gUeIxERyJcgERj9aITblyDZA/R2JLS/fAVROQrJsLF15gnI2RR6ZDjbl5/ltaSwiIcct94seuXGKXtr+yZvpxH/5Z/9+fJvfPD3KdZG9o2wEUD8v7R/987vv8n3pbcpniPGDyGJhCdGdN/iMwWbT50vwrfvKbAvdTD4/HVYVyu80IzqNy3ApOOapOUr506jvL6IZq+NhcM3Q8zmlDQZ7a0t5MNppFJpOrcVJA8lwnFYBJF2vYEkHSyTTUPVJX7ew/XL53FpdREPrV5B1TCQUiQYhgmLVCSjqjDprA6BS1Y9Oi5ZzlBM846ilN0tlA06w23UjA1UO0sBKFgqH4oFVxFMyIdnDdHZrmLA/RduvYksIQeF2+5vVjBsdtG4eh1aKo707llEKI8oA+j0ynN5FRaUSIiMJgy5NM5HAXKhCCUqRjZUSBJpg8br5AxgPL6JnceeRcgXnEIhkJYRKhZQv34J1sCAnk7AbLZ0p9rIWe3GpG/0Dsq2dZNm9Ar3f+8P+f/2J/5V9zc/9AHjuds0sq+TjSTGP2GijqJ//rzuXf09hj/AvPbgcalV+QF/c6ngWSKbQSCCKAvvQgqxsVPfS2z8olJT/2sVOE+VobYoO5rUDRuMrJdMJCJ5yAeKjNJ10I1x7fxpXHj0yyiOlXD0xEncevR2lApjiMejyNOZxnNjcAlC5qCLMZFwlI7T2RnV3Tbagzqa3SZcXUaMwLRr3z4kdu/BsTe9HoVbjqK4fxdSKgHJGKLZoqP3TIjS9yQ52O5cwXbvIsrtJbT6W7DkIZlHD4ZtwKV0EuAAnlK/a6DXHiA8VoCaJVD1DAzIKET24/azFwloO3DIAoYEkPryBppkExblhBhGFfkVgllJbbKnWhmK0YbqDun+lGauw6vHa0dAcbds2Nc7QYdYbHYWhZO3IDpRQDibDTpOtSglWXUb5uIqBiILVORWWLYs+9as2+n+sNkc/lFo0/5O/0/PpMV9GtnXz0adlP+EiTUpbFs9BcV/JcL5pqIrN0uq9lapPdQ9h162MA8M2kCjLrKL4GkRyokurGsMZBUTuqlAIc22hxZs2wyYRWT/LJrZPh795Edw+WlKjLFZ2N0+tEgMCml3qOtiPJxFPJUj7jhwe9T4FmWK00W9thpUYZLTYYzddgQOgaFF5zVUGeNH9geToCYn4lAlG16vjn7HwvUHL+L0Zx/B6jPnkXT6KIyl6HA6wWMSkWwSWjiPJlmA1adEkkNwxQiGqkFRyALcAbrXKn6/0bXTN+2W9r3yZVppfi7IsVj50tfQWVpDKBlHcnYS0XQKeiqBcDyG8YVd0KNxaGoIYQIm6RR8wRj4mRSLMSxR/hBoxIiKa/YwfKyJ1hdX0Fhbw/Rt90Ci1CqffhSJ2Tlsn3ka+V27Ieei8AlwXltkfmahiUzQWcqsZBR6PIEB3DNaceKXtR848dnnbt/Ivg42khj/hL3r/Z/2lZ0na56kn5Qjse9R0snXSs2m4lJauJsb8NngPSUC32BMbMjoP7qN4dUmrI0mNOr/EBuvpkd5kekcvgSz3UVfjBrULOh+CFZrIFgKv6Ngp7aJrZVlbG6toV7f5mMLXdLsIaO/EgojlkshPpZAat8UTvzs9+PI29+Cmdtvx75778Kx+27HriOTBIcwoj61/5CsgowjHFUwe3QvDrzqnhv7UQaIFsM49K3Hsfvu47j1h34AU3e+CvHpWWiJGIxmHQ5lgRqhTJIdsoQWwaFXtScyvxM/tX9urDiZjSXiaG+UUT5zPsi+jIzRWVN0XjGXRHTU8rppBAPxWiUQyDxv0VcjJpPBsiBRngj5EcwtJxhRy8B+miBLVtJxOohSqohtlJ9+DNFCAcZODaFIEtn5BfhTaTKWTXiSF7AY37QpkwhAlFKeppakUPTCTx3/mbO/++D7RrUsv042YhD/f5jvr2asyxf+Xg3Hb/dtP5iR6Uc1eFsdmIx+XodiYbkZjPF7YhTDtxCOUQoQJGQlTAAgNWeENpqNgMKLac7go9lo4ZlzD2Czv4k2I2kpTekh6iX4JuVAB4rpI6HFUZqaxs3fei9mTh3A7BvvgR7TGHnrpOncFx1TrHkhSsNZ/K1ldODRCc2h6BORg+HNWGkXjIGP8sXzcLsrASDF8xnEc3nEi3vhxcbpu2Fce+DLaPA79eUr1na5+ZC5VV0L3brrfOLgzJWZfuLf5WLZO1zHwuoXv4bts+cRJWilZsYQIXMg5eCVujG0mizkyCBiyOZKiIQIoJRhHsWsrOt0dlHdKgwpLIaBlYBtGf+whvLlc3h26SFM7TqEVGQMg/UtjB04hfK50wTHIgp79iFyYBrDQQuVKxdgr9cQjUQRCmegJ9KIHt41SOzZ/3tKJPEe+S031hId2f+9/bPtgxD9C94zn4ttfOdvHlv76FrkH98Tzx+7/01U38CV7/vRybXv+q4I2utZ2TJVuduB3TGorbuk2QSEXg9S3YK12oIktqB5AT0W9NdjlOx1OqhtLWHz8lPYvPIMtleuMEJTzzMKi4lKakgm++jB6TQxJob4DuxHtlSAY5qISRJSsRA8dYDM/iQW3ngz9nzvfZClOuzGJTiVa3Dr1/l8FXa7zEcDw9YShr0tmL11svouQaSGTn0RvbVnEY1amDt5BGO3vJwRPwWzz3Pp17jvJaB9BWGljP33ncCdP/E2vOa3ftH6tt9+z5ff+eTSO277wZ96f1TKtULR+JQe0mBsl1FdXoQDC6FsFGo0HIBUwApMC/5gCIvXpd8UYNWHRaCyhiZlFkGUr21zEEwQE6DhDhxULl1AeecM6s4WfJWsg3cgIaRbRkxZX0Xfongg9pSXr6J/dgn6jo18Yg7FhX28jkk4zS56iysYXFuOGOcuGCNw+PraPzuJIcq/3f/THxyr/83n9lf+55O/qdv4wWStct8vv/G7Dg2+8OCBfzm99574tn/7jx686QfstnmXL4VT+W89VjdbzR90O8OM0ya1rTbgN2/MNfDWnaChy6S5vslI6asIJbKUBTE2bB0mHWdINrBz/Tram2WCh45YKsvv+cHcisrqVTQoCUQFpix/YydjuLCygqFrcfsuChNp3PX992LuFlJss0Vy0oFk8yGJKrCULgQZiOQsnWwlkiK7iCCcm4GenUIkv0AHTkMmDXdEbQivT6cukNrbZBwNaPTGIPoPxdAnQc51CFoKlEhWDkfnkj/59m/74r6jr6n+3Hd8SzymRV6tON7k5S8/jNrSKllChtvOQg4TbOw+j8knOPo8Zh6HrJE5qYgnkwQqXpNg2qowMeSqBn0cIkHMbBuoP3kR/SqlRW4aao+nMvAQzhcwfvQEOpUtlK8vIRJP8zh5HjEVtYuXEJFSiPFc3d4wAKbhkD/S9Ye0WPRTv/36m6+9+8EHhUoZ2dfB/lkAhP/+92vvfPt7cu96/Vt3W83M92O7+V2omz8k94Y3Rbv2Hm12fJ9hdu5aO/PEt3oD61Vur/1qp9Y8bg3M/dEThz9dX1o5Ihn9E3ZvkA4zXCoaZUMyDsWmo237ZBUO+vUehjWDlH4SEdLekBqjjNACMFBcRt5KFfXKGjQ28kxpHHo8HhSG3Vq8jNawjbZvk0WkgxmdofE4jt23D9O3zOHkv7gde+56GULJNNRkKgAG2RtConPLySypeiGQNqriQU1wu0nS+3gMoahKphBGhGChJPcSQApkNT6cxgUCQZdRvkaAcCFYgSz78BjdfUfm9hKQo/tl05TTdPzJMfdjZ47d/QMtp167r7tT2XPtiTNwhy4cOUaJ1EV5Q4xO6JB7KrcVghpRoIV0nnoE0XD0RkckgVDMDxEzV8UMVkXnVQxHUL+ygurjl4CBC00sGNx8jl24ZFCUP0N7EJSrE7NOowS67IG9PDZKE1lGrFhAfP9uJHbPIjRdvBaKpD5S+O8/+KcjcPj62kseILz/9NHIsKYzHA1+1m0Pfipqhu5TfP/l7dWNQuXKmfj20rNyas8BKBMlNK+eldy+K/XJEJpbK2Ja9UblwoV06/ryazLzRVUy+1nbEh1xbNB0VGOFEuJsnQpkCwMxy5IOForFSek3ULt6GTXSZ7GStuIoaKyvo0rK3O010B0yetOBivN70SxvYLssZmH2EaZQLxZTCM2HMHfbPA7efSt2n7wjGPqTNLZ7sTqWYBDukMFYRGWHDp2mtAkRMKiKxJqafPi+SNxqCT+Cr8d4DEM6pE5Wk+OxEyT6orbDKj8n2wndmJ9hCypvkwmREXhUnhfPP6Vvbi7tj2TnFh566MNzmY4f6W7Uj5SvbEixaAE+GUC9VeHxeCiFZxDtCybCw6JK86HD6RKwTI1gQkDw4ghFcjf6YyIErmiUJMYheyB7omzwBmbAvETNS08W5xSBbQwwsecEmZUNi5LLsU3oSgip2YXgc9mx+eB3+ZC7bjs6jP/9r/7Xj1589wff/Y90ZWRfB3vJAgTdSfpXv/O5mNbunpId6d2Dcus73ZV6ifE/3u12oRbTSn35WblN6p3ffRAq3aJXr8Kmo/a2t9CqrVECOBlJ93ZHDyXXY6WEY9YbY4Nuk1fNRTiWQvWpNmrXbtRW0ENstOkQnLCHYdxHjb+/cvqLMEDHL5Ugqjdt9C6g1d5BvVuGJ0mYnN2PWmMLtfXrKLsGMpE49h7fi5lX3oL5l59Ebmae+6GXCzlBeeDbYkFdmc6pEhREkpHOiGwxMouOzyRBIsIHI7XC92SXv3ODSWFibpMEgobsQYlNUgYolBxrdMIVKIrEzdBhXQ8OnV1MMlN8i7S9hU98+mOKpOv7B9vNI0lDPaUPopLZdYJaFiKfwmNk33PsDmQy4yjtPcDj8zE0h6iuVrHx6GVexzYqa9sY9Hn8dpiAEQJPk8elwKWE6p8h+2grGLQ6GBIkSC3Qau0AYY3HyHO0HBRm9gUdnEarRiXUIia6iCZiiO6ZocQYYHBxFdZW+3wimf1r6d8cXH33u999owGM7OtiL1mAEM3kPfe89h3O0Pw3Zrt3vLGyqnfslmTnSP1JYeP5osjMo0aWkRibxaDTQWtnGx6dr0fQaA+qjKMaiofHlfTBfDGkqhODXhMtYxORTAzOYhztCwNECnm2Yxc9Nl6H9Fg4Tp/fcyIS6rWNYJhofuo46LN0LDpPr4LtYRUmHXLPzbdgbfsiFq+dgRMLYe+33YHj33Yr5u48iuRknjjUgOyT+tPBfREXZdEhSGAQAEGqDpXMgdFfcGqfEkVya3xPAITol+B3VT5EtqL4vShTQ++UpCHBJMpfKDBrF6ASHES6sy8Sl+QoFC3O70jI770DthfFM08/BKfZixxJ78HM3FFEczmkpmcJTDL23/ZK5Kb3Ij29QDkTQ3gihxivh0QJlkgRNOPcNh29X2vCaDRQW1lCY3EDRq0RFO1dv3AGucwUjHYFpuORKdgYUG65io/EeBHOYEjwigT3Kj45hsbSVXI3h+fO68xT1CjTlLF8R/K1p8PZ6F/Jrz/wv9YtHdnXx16SAOHf/wfxd971hn+pevo7lI573OoPQ5evPsUG36d+91GYWgikQG31GiMXqTUbW7dWhtFv8Ip4GLTbjHq2qFQALyMhe3BeTpb2B3Mi7IEoLLsL5jp1fyyKXq2O+tpaUORle2sVq9fO8wBkzN96N7qL1+nkEqYOncD2pfNB2Xehx9sWHTWexN7Jg6g312FYLUy++jbc+YNvwO7bD/L3bXi9HTrtkOBAZAgTCOgoCOSCGDqltlfTfCZrkMVy3fzb47O7TQawyb8JgtIYHyKxkNRfEomgPEmvB9nYIQDokCk39MLdCI+9jOyhLxCG4BgLCryo6Sx/ksLuPXcjKqi+m8OYNsXt69AzBTREEZutKiqra9g6fxVGuYweH4NOl0wqTOdls4qFCRglhDNZRGJJxDM5RLMZxLMlaIYfFJdZfuqr6HYq3KzC/SrBuRjDJu+TTaCKIJzKwBkOeG4a4pRZajyCdn0tSBG3+2KiWgi6WGMjl6lTi/g/8dofu/Q7r/gz590PvnvUD/F1spccQFR/628SrqX+VDSa+UHdTRzvbFTkdrcTNMBoJo10egJhMYFIk9FtbjOatYKGZvTqGDC6ikbeJ+Xtk2UMPUYwOlYsU3CixVSroM9Fou0ClG6BtNhEOJuGZJNqD7voDjtYXr+M9fYa/LCKqdwUqW9NQAwmjh4JZlBuXL0czEHwqaez+QnsnT2A0GQCWYLCK37m7Zi79RBpc4tAQmgSE52iSUZ+am1GYdGXAVdIDMoFRngBCkQZMhSbICKiapg+TmkBOpRS5GfTvBpZPsT3BGDE+R3BJkhlnAYBJwE1dYhAkANE/0B8hr/Tg85EECQknfu2h5AWK4hXRDXtHqrlHSxePY3FZ84QKG04toN4JBNcA8G29GiY+1fIHlI8TzYtgrFIlJIoheRkFKF0HOn5BZT27wvyQFqbKzyWIWLFPME2iX63B9sawrUt+A5/x3+uWLPP4flR/ogp6H2jSVAX63nyXMnc9JatyhuDeV/R+yEJm0p/cevdT/wF9dXIvh72kgOIX733zXOSJ9+vK8mbrR2L1J80PaIglqRDMHIa1QbMrkG9PUBt6Rpki5QcETS7laB/QLbYKF2fUb4Bi84mJkxF/cSlyHT2/Vo9Mi5vKQVdTmPYb2Hs8HFEVTpDKITGoI5zi1+DST/O50rIhzPBLMfCrj2IjY9haemZoKwa4YSONcQkWYxImx7/zrtx4IffiniuAG9Qo0MRHJwO/YZOTOpvd9Z4TB06rweJ0kQMG4qJYIIlSGQHEsGByp/v0YkgSsp7ZB5icqOQIQIYUnzNkCuyOUXoFXdc1LEU80dE/4WzSucjo3HIrgQ48HwRSvLrEfR2ytj56jPgqcGVFETyKaxduQJ/KEYVExjYNjbLZECiyG3fQLNRxbBj8NoM0KR8q25V4JExiU4E2eeORbWqSg3RYhbJqWmkpibJSBKIZMlYeB/EqmJiBqjIE4mQYRELYfb7MA0er2NRWXiIpvIw6jWYZDFYbSLSlKHnEq6cjj1iJ6W/jPznNxBFR/b1MraIl475P/OnaX+j+7LhanmmvbyKXnMtoM+6iMO9Idplav92F+3tbSw+8Rg6201S4lSw2EyX1NszHYIDMKADicpODp3Zp/jf2lqq9DeNz7V2Gq3V5We9Tq+CcDpHp9VIe5NBj7wouaaRmeSzeSxM7UGbzlVvlClfJJQ31tBqNtEL5lQMgwrOkxO7SMN5A4T/8jY4YuSBzuHaQsbUoeV23xhRGBqwW4twamd4fH2SiB1+36bj83y5bc/t8QUZEeWT5A6AHqNy86tA/dOQel/gewQAn84vem2Fk4LSQ8+JqSOM0pQxfYJWd4vBXhRwCfFBxsHzkshIRE3MK489hNrOFlRS+WAti2oLA4MyiaCwUdtCYnqc5xCGYXcx5Lkl0mlEIgk0t+tYvnwFT3ztAZx+7EEsXjyHytZWUClr/SxfX7uG0sIhLNz7rZg69fKgI7JRXkaE56zE44iO5QJgTRYnCewaj2UTOxfOor++iWS0gMiAx1jtIUwmYmyXO93TlyvJTsb0/+MXUmJY2//Yx8TJjuz/0l5SF/EXXv+D3+E7zv3ywJy0RCd/JolGrSyYLsSKVpaYFWka6FptRnEboXCcUXCISmeVDrwt1oVBx2miPtwBBQbhgQ4oIDSstuWU9OFJf1cqms7cHS4VGe0dRtQ8zGoZjY1raA23MHBMjLFBR7nzIWWKktBg04k31q6iWd2GZQ6CIrPxdApTs4dgJruI7dUYsD1GTpNRUkwb70JNFvmYCEBApnPDqkEKF8lUSlAEpRcVnnznBnswL9PTeaQ2I2p/E16Xf7fPMmpHiHQbxJIqLwRliUq5IYlOSjINAuCNzk2yiH6bUZ7NQItBllwossJzFut16KidO43a6XXYDOAhsh2xwE6rXsfU3j1wyFQ6ZhczlFI5Oc7jUlGkbBLMYmxuhkBooGW2sN5d5aZjmBifRJ2RPxrlfjwKIV6f7g7/jqWQmZ5C6/J11NZX4Eh+IK8cHotKSSL6IcJkNKqYWiryTuoNxCcmkUxnEctlMSxo8PMJv/gtp857Bf/lnm19u9PQ7jL64cX/+MWPNG60jJH9n9pLBiCaf/LIMR3hP9V61uyAVD5Y4o56X5RmG9LpMuNTfOZrAoQYqQ+Bepm+UmttotpZp1RIExAUbA6XIZatN0m3HZEZyCvkKH69Xat+6OQdbyqGYtE7Q5FkxDZt9LbpkPx8UKcThqNIZQooFCcQckKM1kSWaDxY28Lo1rnfDgaCzVCTj0/sRqI0gfDhJFIHcwhF6OBi0RidlEIUXJH4txjm42vJqVNitLgtARgqAYPgYNDxtXwgCSSnHbzv97fhGdvwpQTkzGvo9JRHndMEHNEnYUPm9iVtnFgi5MWQD9GxSaczxGK+3G44CSkU5snaZBYED9L5tcceQGtZpEu7iMWzyI3PYuHorUgls7D6JmprG3DFsCYlkcxrp9ge1ndWURUdrJJE+ZDDUnOL388hX8gFadNpXiOLMsbu2ZQJnQCk9KiOGJlHjYwjls7DC3FrsRDURBR6OkLw4bFG+JyIQYlGXElV6pFs7tn0wWknuX86Xtg7G3bM/kl3aB/ggU15nn9mxXX+4X0Pfpx6aWT/N/aSAYhfueutr9W1zHf7liUPrR6BwQgmPokKTZY3gJIMI5UvwukP2ZCVYOrwdmURO71VOm4HISmMllNjw6ZjiqFBNl0zGFrkf7q81k6Zn3zdy34gQZ39psbmtjZs91DfWkenvEkHpKOaEuLRLFKxHOl4nJJBwnBA/dzrQFRt1ujsSTWGiBbBnr13QM/HEbsljdgUG72u8fiKYkdw6ORBZ6KWIpDRMYJoz+1Hc5BFEoGxBbu/Dl/l32JkI8TfEdxEv4NMAFDSd0AabpBJXILTWyalXyVrMAksLZ7WDL9LiUGTZAKHvIdgs0zQIFWJE3DEHBJRJYvbG7bauPTFB2HUfAKcCT2eRpbgl8mR+keT6BMYTp97HIlcCmOJMUxnp6FRljy1cRFXG2sYig7OSBI1yo6uNURxfAKXrl7ARGkWaW5DrPfRoFxw+U8rpSgtYjwWXnPKJDdiI1rIIpSKIVbIIFFMk4VEgqnjUiImhXKpj8uR6EdKU6U/V5KxNWcwbPuK9GXyoX9Q4L4n/J63fOS/Pfhxe5QR8X9vLwmA6Nz/F/mQr3+/2h3cWt+4ysjFBieSk6gZghwCMglbpCjrClSK7/bKJjZXL6JODT6Q+hhLzSGRyNPJVTZXD4xA6AmRwd8GFZkc19NnDz897kZfVV1fPdmqVWWxAE6v2SSr34ZJMOoO6jCsDr+soT8coFvbCQrDagScXKaIrBjvb9VIlxPITczBjVpIHM8hMVeEJla6Iqi4dCqr9izUeBFKeJJAkQscXyJrkAkaHvdhNa7DqF+ComWhJXfx3GIEAIKJH6GDkz3IbfiUSB6ZgUvZI7IQeVIBu5AS8zwmgqAikqYILh5dit8V06bl5CR8u0eV00OIYFRdXho+8Q+PeGbTVap0ZJ/XLT89iUwxz2uq4WvPPI6nLj4Jk6xAJXPIxdJ0bgfrVh0TBJPxcA43FfaK+WsIk809vXEJV3bWg/kmh44dQ311Fe1anedNLpPVoJHNhZ0oLNmgOhpCJauIJhNI5glIE0kvPpn1I/nkFT0aWZYdeYwscK9nmc84qvxA7Oe//b+r1vYX9e/7lofUBw6LTpogD2Zk//f2kgCI33zwr/u/cOsbDvZa5WJ/Z61Uv34tGBqkmqVMGMKhh5iDHvodRvNKJ1iKLpxhdEomsTB+E/K33YLYZA7XV06jPqiiIw0JDy7JgyTSi0iJpcSBwt67xjNjd5fXVlWjS8bB34rVoay2KBmvo9OrkaYrsOttdJZWg8zKVJKSY2wy6OCrt8sYGG3ki9OMigUYdhXFe04gvf8474JgLSopv0xHXqfzK5Aj+7j/FEGCCOU2KCU6sOoXYLRXoCcW+BiHRCARyU2STZYhhhoIJJIehz9owO3vwLaaMPsbdLYFsoQw1OytVBenKZuIGG6EgNCAx889MdqhhIL8BTW2R0xZN5dOP3J56fzicnenOT1oGlJlp0LKT+nE69GsNZBKZLG6cR2K7/GYGqJ2BEKULHfceidQ7yMhJwIWoVgESTvoIYUx6CCuhTDFa1JdJ8uoU/rlMijeNImYlobTsolZNhAh6OgqookkwumErSeTZyLp2G/FDpY+mi4l/4tbsR9WFXnZ172b3L45V/u7B5YXz3SNyadvGQ1vfp1NdMG9JCx2ovjflEzsfZH5ybXs5CQ6O1vYPnsGW6efQHdlGWj0oLUsdOmow5iFyEwR8Zlp2AfG0Q15sMWK2CEfDVEoxbMID6KD0ociuZQfnjQ/sXdCU8KKGH5TIyFYThchamIvrFIXh5DNTcLtDoKSbLGxEpJkMJmpEtpuG1utDZjOAHo4hLG5veh1aigvX4ajCOjK0qmniA85yoVJaPmX82xI8z0x50MMT4bovOFgtMHz6cSxA9An3gh98o0EkgxksV6n16XDd8k2XLKBNsCoTi0Bj+FZLOU/6O5AKd1FAKDztR/g5qsEB49s5Ql+l6AiciisFhyrzzAeoZNacjwT6o7tKXlaQndFTcv+oIuHH3kIlRoBxR8iQjb2L97wXZjLj2FqahZWxEN1WMPytXOYnp3F/MwCEmleKwLP3P5jmC3OY4KvHdVHNJfE9vZqwOiKx3chsT+PbmuTkq4PNRRFMj6GZDZC4DU9ybMe1WPS96Xf+MY/CB9/2Wfku+/ezv/7tzxR/LW3f8zdNfgjJ+o+LGdCU3qulhUwJNrCyL5+9pIBCOnN9/SSY7Ofjidm/ofi6kioYeRmZjF+6GboYj6CITHyVRHbN4fDP/IvMXbPXZh+47fBDoex+OwZOpqKY7ffh6m5A0HBV5ttzXJFgrLEBn8Q+fQY6bSPUCyBeJb6OJ6g7yrYe9c9KBw7gLmX34mJm44jf/QI9JkCyKVRHmyjYTWCHn5RBzJTmAwKylTXr8LtDGBv7kCylgMg8HxRLzJNB5mEopMZ2BsEiQ2eGR3e7YkpElByJxE98IvQivcGVZVEP4nEz3xKHFF/wmWEdrsVuGY3GLnxEWHg5r71CWiJOUookfodJyCU4Nga5UodviMSoiyIykwqHVMisLhGTWtuXzoeCrdOqVFP0SI6dy6j06zjzLln4JIpLV6/HHhjMp9FIhnHVGkGd77yW3HqNa/D3JGj8Ak0oUgimPdRLa9ja+0qNocdyJR/Dz/9ENZ7FUyfuBkHb74bueQ8elETjmvdGEHxE4gpWTFyMXRb9rZ1jvTsf2Pj3/fjlYl//0NPIT48f+S+O+pi5Pe5j0b2dbKXDEAIk3/qZVtmpyY7mtTuOTaGXUZ5anNnaKNaW4e+Zwy5l92OvumiR+ornE4s2rLdKOPq2acxkZvHy29/LY4cuR0Dvt8TGp2UePfUHtL2PlqtLX7fobSI0pkpP1wTjXYVzYGBa08+jhYdrk0N7iYp73OM7GkZsVIqSLiSNAnF6QV0WmW0Kuuk2nmEZQJRc4tRnEAgiajPYyLVFmDh8z3fWmc0b8Nvr8I26pQdpWCOliRYAx0IBBafJyFGLNx+h0BBgOhRXtDhRT+KqM+gpw8jPnUv/Zsiv79GQOA+RMLS+l/Bsobw1AzPidugBAjKtzl9lDeuoLGzFut2dkIDqya5BKNIJBKMwGxfX8Ti+bPBqMwjX30Aa9tbZEoFJMczCJcScHmez5x/Co8/9SDOnHkCW40tXFs7j83mGk7ddAq3zh3Cs+fOBhWijr/uW5AqFVHfWEUtSpZVGELjPmzDQb8tptG70cGW8Ybmxs7bfV8MC/3vbead7xxI99wjMsVG9nW2l8woRvW3/iTxzv13vdbsG291EvpuKSZL0LVgvcvNlatooYPU4b3wFB2DgQlblmFTdhh06uXychDR5b6H3NgUxgslNDoVtBiZ46ksDs8fQYfsY0AaLiYJyQxUovCJ51vod2vYXqJDra2ivr6KbqMCy+7T4SgfSM2dIG3YIosJIR3JYWflCsJ6DLk5UvCbCwhlRVaikM50UCVP76fT+31IvaeJMnybx2t36TzNZXhmDYpbp+zh52KMVhVHYgFDsaamQYlhEiyGcClnPJvMgjJILZ5CdOoeKGLko7MIP3oTJdEheNx+PHeEbCLFB4FErJ9pWujV1nD5qU+h16pRciiobJdB7CHLILdgdNf0EK9pFdFQGGGV12AwQG1jB41KFetrK9ipbOKpxx+GmowFoxfjC/M8QhPHjr8MESmCR7/yOUzs2Y3Xv/ntmChOEY9crA2ewnl8CkoMSMli2UDdcbSh74Us2dJghLRowv7Sk3//nx/9PDXQyJ5Pe0kAxNY73nMgnh47Jg/0d/iqNmdFBo1MIZmLjWUY6UzGbxPqzAS8ZBKNZg3dnoFapYw4na9EMJDNIaIeW6LZZyON0PmVICprjOSiSOv8xG46pIpGY4fOQlpu21AZylUCkDDHMgNQsF2bWr2DDllFqy5GEKzgArsONXskRuo+RL/WRn5sNpilmH3ZFCIFDU53i4xErCExSWcl5ffJOETnYfMcJUeOjtvEoL6IndUrMCrXoTsVemwXCtmNTBSReKw+j90TQ4QWn5128BslNYfI5Kug2HV49adg+zrk9El+ZxlapAA9cZDf68Mxq6htXsDipa/i/BN/g059DaqaJAAKxu6h1enBGqhUVFGEwzECFGUIWZltOkGBXT0U5bmL2aIeLMPC9PwuTBIA9xw6gkQ8ibnx3ejt1NEisOx72UmcvO0VmM1MIq7GyXBSeKr+l7junva6MNb8SPSTk6H5Lw/VbsXxjKYsaY9F9Ug5fGTuyf/0qU+0ggs+sufNXvQAsf22+4uSGpoPS4lDviRvmCHvD7VktKRBm9hu7MSavo0eG7QXC2NjcxWbpLO9fg+Xls6hGMsF0VPMEQirESxtXhMTFjFoN4JOOVWXGfkVROjM05MHyAYcDPn+wOjC4jbEug6ik1D00HuM5WISlkUntWCgY7TQ7DRQa1bQ7rRQq23SoYZBUVdR0l6sqxnZnUd0PEwnZYhWJUjRPCRSfkkRMsOAWX8S7qBM1hIl5d7G0oXzJAvczmCDjliDTMagyQokMhTXMvgQjrxNgCBg8CjCU3dBzxyCvfMQI3UV2ti/gJKY41VrQIvNwRZL9nfX0e2sDy+fP11dWjrbdsy2F9bDYZVMQUwxj8Rl9BnlzS6haCimrqnwyRxCYX5OABEFYtqiUK6m8rxSmN13SMzGRnVtHdurS9i5fg0NshCPYLnnyE3YNbkXKS+C+tIK5JCMauQ8znY+CcvhuUTClcF471fe8DMf+dDWlS99xWqbn062Y24sHjumy+qDv/P5T9dv3PWRPV/2ogeIU/uKw/iuTHXyN376q/Z/drpSRHn7oNk93lku764MmlATpNCaBtMeoLWxCYXSoCSyGHnqYuXszY0lmKTCAzrZ2tZ16nYLKiNjq1WFQw8RK18ZlCTpZAG75g+Lmdywqdktbm/Q7dBRxSiAgpAo8yaKxgTVnWlBR6dL9iAqTJtQTP5tWRgbo4MSDNrcV2ghjezBKR6JSRCQIEdFwZfwjbwGJcO7E2JM/RSZAb9f3UJlbYfMwSBwUVYIVRL0PxAYhs0AFCyCgEzHl0N5hEqHKV/2Ylh+jFLDQWjizdwvnbp/mdcjDbc/sBobj1+xhtWPVtqD393YXPvYoNf8I00Nn0lGp22igEbIyhs87lhxjGCiot8gyyHrEqManV4X6VyecmwM2bTIlByDq4LAexHl7VWsVVYCaSUqPo2VSsiVxpGKp7n/AQFjgzInDP1wCleif4cdLCIRi0jJVNpTFevq33/iXz/5tl/4Wvf+vd82lOEc0+J6ElH9of/0hc+M6j08z/aSGRbqfOaBl7m1/i921nduhzXMrpaXYbQN3HzXa3H53Fk0yztIOTqGHgWHZ6Lda6CUm0atUUaqUMDlS2dw5dJT2DOxC2FFQ3VYx5BsoCfmT5AZ3Hn8NTh24A6EQyKNGpQQ26iuL2HQoVYnsxAFV0TCE3QdtkjvpgO5jsilUKB7IZj9JiIEq+TMFHzdJ6upQhmP4p5f/JfI5uhZcOjcothKDHJ8F0SSFL0eZvUJ9CpPonb173Hp8Quk+G2kC0AiU0KUbEDV44hm5sgIitByt/CG+ozgW1Cy03ROUUWa8ipKUOJ5w90hgPGJ8qBXubhhd678hB+3vjR+8xdE/jX8+wl/74L/5797NBoZhO6xHP/XHV++SYkkUTnfwPUvrSCZGSO7UdDr9aBrYaTTacxPL2B+Zh/Gd+/G4sqzqNbLCPO4IgST6cIMQjH6d6YY1OTcWbqOaX5Xn4qgd+QaloyvEmiNIJMyFIn2w5H4O151+8f+Mjgets/zP/dzU2Ol3dHCL/z4FfHeyJ5fe9EzCGGkupq3uPMmr2P/mLPTiop+hj5ZgQYdsXwB5Z0NGK0mZqb2IZyMoVLbos6uB44iph4npsZw/eIzpPMGUjIjuCqja/cpF4ZwXRshSoxSaSHoM+z2qe/ZdPVIAhMTC4hERaQXbkmG4Iv5n/RFsSYMnUMVBU0kyoNeDclcCuMnj2DNXoQZ6ggRAjumYJ7vZWbniQUmpFCBIDFOJ/cIQl0ykw60+DR0OrsoRhtLZ0hMdIiis2IIMZTehejEvYiVbkNk4h5SmxYj9CKUWDroM/EGbWhJMWyqw2ouwTEonbYllK9cQavavOYPD2wqoUO3v+zlxj3fcod8yzXlg99XvvbZyZCWc/YWT13Zqq1s24r8aolUpn2JcmRnAIWyQgkxrpCJuZYXyLVaq0ag3UFvu4IIJcdCfjbot5mZmIcuysNls2g3WwGrivHYUpNTkPb6qIUfD0ZPovEU0hnKrVhyqIUTH/off/jUorivIhvyDx99tPM7X/z7kbT4JtlLgkEQINTKX3z2XcZS5afldj+mR8LyRnUDG9vLOH73a/DIQ1/AmdMPYf+eo2y0c6g3SMWHHgq76Hj5DK49cxaXHn0IMdtGWCMDiEowyDKGpO+i8zHGyH7zsfsQ4me1yiY2t5fghz286r5TKKUmMKzHYLcdlLfEtO4qWQrBRzcg2zLC2zKdJIEDR29D2d3Ame2vcJ8yXD/qhUsT0ht+8k1SbmYSmqpQ4w+hBCML5B2UF8GIhoijhCTJ2+b7OoGuTXYigKAGPT2NsJogEFFCNZ+B1b5EaeLy/QVRGAtaapbnEMPWuctYf/YsuhXKhJaNRnkNsUTampja18fERrjunVMa/WuaqNkgu1GzXZM30vHc3wuPNp3UK+OdxJG1JzbRq4pSCwRNIXFCOppVMiQek+iP6Q8NpKkEpktzWJg9gsNHbkGMzMNyLV5DO0gI9ciycqQ/jfEOtmYehZSiZPLkoMM3Sgbhee6mqurfefvNf/p4cGNH9k23lwSD+L6Fo7t7q1v/pre2NgPHVDxG9Ea3QWfeQH19LUjAEVRX0GDTstAbdpGdn2B0jqG8voXq5gasrsgjGNDxucEQoyMjm+uLrkf+GSaNp362rAGMbjOQJz0RrZNVxKaX0fU34ekelIgOOUXdPbsKaaENOS8hl5rGVHo/9FgYBiM4f+s7mvyY3Q99duYVR9f2HJk/IBbY0dQIFB7nsLkGa1AJ0rPFgKqoHuVyv2Lilm9adLQYdEbxaLQAzenwN52gM9OonKGkaSM6eQu0yBh/l0X5WhUXH3gGZz/3NC49toSVq5uobdUJIpRJNhHJDoU1N6umU3OKrPYovYYwTEt1HClbbg5PnFtuH7y6ZuRaV9qa3HQlTaJUEqNCJtkNnX3Y4XGRYXmDHmIEtTFeY53AoYgCMZRpvqNArPZttwyCg6g5aaKhVHFZPYOhtoJ4PExwIM8LRmMk33TNB9Tiifd94L2fH+U0vEDsJQEQ//5Nb8t2VtZ+0On2CnJSFGoVq0RPIJxJBovVpOhc05O7Mb13X5DZZzMKqnoYg46B1jYj/qCPkGFRByvQsjfWmRQFVGyRYciGr4qy8nxPdEwagy6lxBDtbh9xAkBm0sVmdxsX6pfx5OoKNuxtXKo2YagOqpQwWjpMmaKjXW1QVlRxvbBsl24pbeJg58fuvPe76sqwd0unWc/aLiEgmcWgVYEl6jQOWpRAFfTWH0Nr5SsYbD0Jt1sniPXRbxDQ2ttwzRZlQwX99hr03BgSu78FIQKS0wM2nl3GlUcv4cJXnsXG4haZhAezZwSjHnA8nivPk07udF0k1TnEvQXIrSQ0z0UqHUImG5E3G5Z+ZakZGsqmNKEkCUw8l4GNiBZGITuGyWQRY7tng/VBxouzOHnPa3D4tluQmxhDOp8T092CIjOuQ3/ndaw3VrGln8G2/yRKkwVki2mCNUGOhzSwjL7tWe975ZH/9thzt3VkLwB70QOEyLAznr12d+fK6ss90y4J6is6CBMz40hPjtORm1hfXESlWoVptAInHzKqGZ0eunRkMaHIGLZh99rBkvuhMTIFMVzJ9z2f0dETtRpI/4UzeVbAQATtt5whmn2Cgz/AlfIA18oW6mQg5a4Bk1FVUiKIFiOoMcKfH5xHZF8RqV1x3PV9r1UOvexoOpdTM1FH+1y73fvpdq0ecmwfWigS5FaIqthisRiRGWkbbQwIAM2NpwlmZxmhC7AtMfGJ52EYAT1PTO5COLEbliFj48wqLn3hCayf3cAyXzeaXQoU3mbbQ1SJIsLtqwRJEdmHA54jn9u1CuVTHjluY1fxJIqhvag0B1hrVqWNchOxnI1olr9XGfE73F+hiPG9M9h/762YuWUPPw8jGS1i4dZjiO2OIzGXIdCSTaky7CphggDs6y6uSKdxNfQM8tMFZApJdJ1GcD9sZ+iR5X2667Tf/9d/vsWTH9kLxV70APGWUH6Pt9V8q9R3TiYKE7FYLod2fRNyNolEPgNfdhDja6PVIO01A608HDqUCgZprU+n7wfTtEMDygmN1DgsY2j2g9JwYt6EWLVKLCgjqieDrEAUdvFFfciQLKZU4WrdwHbXQbPDv4cS6TeZBvW/rDlkIDb1iYyTrziFO157G47eewiz+2cRT81o3X7zi5aprUpD7VZND012eHxBpCUVF8VaHcelNBL1K33uMxz83e+30agtQRSroQxAvDCF0pE7iZJRNK8ZWH94FVe/8AwqizvoijVDBy56vQES0TTBIYFidgpj43uQy08jnsgSSwkWskqQ8IIkJqPTxvjEAhlFAUllHGG/hKhuwotsIjHbhxfzMST7CEkaivNjmDqxgEiG/EwqIp4two078BNu0O/gNjwY9TY2m8tommRp4x0saWdg5w2kM1kesoVYRCFANHlevCO2+963vf70V567rSN7gdiLHiB+8bXffUrxnV+iLi8O+1KQfNNqrcPuW1CjMSREAdmZCWxdXWSUjGH+0AmCQ58yxA965B2XDpSIIiVFqe8VGN4Alm9CYcRLMcrlpnOYuWkBB+85hn2vOI4pvp7YV8L8Tbsxs2cGhgt0+gO0SN9NS0HP8FFrkU43JVQbN+ZtTMxM48hhkVb8DB2767S6vbP9rvTX6Uqu3mg33h6Nx7PpVNonc5Gq22WeFTkKtytW8TJFmby+yfdEnwTBR1TQbm3A6O9A9LWI/InGUgOX/u4C1s8vo91oIBTLwhMFehs9KHxOhFPIpUoESB3NHqO2aUIidqVFkRhFVJMSiw1bBNEOerUmAcjCoNHCfG6OYEEy41ewbRIIKx4ulcm2Yrw+EylkU2nEjSScik254/L6SdAlBWFDg9UaBpW8n935GpyCgcgugkdqiNsO3IQQwTaSFsvw8fxss2t0+v9j6Jof+cxft0Z5Di8we1GPYlBeSI0PffE2u739H9u16u2t9YYmKjxX1i4hmpgIcg5CmQzZtYNP/dVfQjaAe1/77Yx2GTFAgPryOkxzACmtobdcRrVKLV9UkByPoXR0L1IpndHVhhZW2aDzmD95G50phI0LZ2G3xRoQETQadfzhhz6Fpy+cC6o8q7qCdltM5PIxGDL6Sy5y1NrFjIJDB2I4fnK3nQlF/2YuceAx1XS++9LViye6Rls+custTnayqNqk/J1WEwOjj7BYL4IsBsGCPGJyWT+o8dAd9FCrtchYyG68GBZie2GV0wSHGrRoGOF4Gp1Gh0xKrAKmUaaYiMVSQYegzCsk05lT4TTyhRL6lFI1Soym6OwkGGWVOHLJNNmMBT0q+mNMnOk+gy+tX8DFy21MjStkITJ2yhpuPjaFtBbFgdk8SplxXDlnYKJUQM/uUf7YKA8qBNw6Fm6awHZjFR4BwRr2eD1lJAtxjJfiiMYilwzD/IMf+b4n/1gKJpiM7IVkL2oGIZZZ+8l/+2N1Z6fSGQ6Mb1URDpnU7CLrUMgDUfZF0GbZItVmZOy0m8jNTgdViirlDWrvRuAEw14PzUENkZKKXbfvxdE3vBZ77jgVTNyKx+PodbvITM4iNjELKRyGL5aO64k8BQmJiIZ8KooWI265XkUsSiXCq6pRrigqtQajqkgzliwJUVtHqi8rGSU3NpYp3jPsN+Z2KhV/0B9+edBtfNXstY9ZSgzRaCi4MU06+LBnwhH9Hp5PMBD03Ybtyri0bOBvPr+C9VUTuwq3IOLLdPAu4rliIEfEuVXqO9jc2cTSzhqubV7DM2tkGa0yegSvubF5pMNxpEo5xLhPMW9ku7qJle1FypFwkOSVTmaguCq6nSFOb9VgOybyeQUDSw5Ay9Na2OxUkNzTwXqvjQfOnsWjy6fx7OZVPHjxLBbLDX5exzqBd7tWI6OgRCJ7q7f6aLS6BFcBdJ34wGi5V9c/UH73v5vb/OM/3hapJCN7gdiLXmK89wMfcH7hu950OJJIvzaZiEacVAtSXFRq9tEqG6T+1aAkXCKRxMzCXlJuCe3KdrAqlEfH05MJavU21ISJmdt2o3R4Hla7BbdPukEnUWWFDGAc0WwBWl5QcoURuYd+k9slcIi+jGIyipjsICRW5RKzKclYRA1KERCTZB8LuTRee2IXbttTwlg2xQhcjKohJ9ys7Uib2zV/s9PfubpavXLl6vaBp8+vRbRYHAtzxaAClmR7CEiESCvksUcIHheuNvH42W0sVxrIREs4NXcYJoFw6LrIFiapTSQsr63g+tZ1LLd30LYG6MAJPu/2e3i2uoFcNo9CKot6r4Xi1BjCXgjlyhaubVxFmaCS09IoFceCTtxoPIblThXb7TLSaZkswEd/IKE3JLOKALOTKV7jMC5f2QkqcPUHFqw+AcviNQm5CEXEnBVBV8WMbUWUluC3pKCj1LFszfW9lft//od/a3LyIyMG8QKzFzVACJ/54Z/61Tsixw69M7F3+mByYkwK7YsidVsGufEE7EaIX1Kp50mzbUY8yon1S89i+/pSULvBkTz06eDRbAipXRpmbtkfTP/uM7r1+3R0kTJt0EnZ7EOhUDDr0yfb0GKk8Dvr6JOaDxk5+wSUiO+hFFExnYpgJpeFrkik7zZ2F+N45cF5TOeTEAvWinJyYj2LGDScuXQNi9vb8tXtRv7pa82717bMyNfOr0v9rkl5YiIhBNPQEWtnoWNYdG4TTz+7joceX8P56zvIZ5P4nrteh7yWIGsSi+r4SOcneE4DnFu8gKXyMgGphIloBplQHDaPUYzOxBU1yPKM8lgeOvc4bBWYLBSxs7yJptnBTqeMCI8vG8sgRkALp5J4fGMJTYMMKSaRicnodIGh6YG4i9378rh+zcKlSx2okg/H5mcGpQzBNZaUybSItbYP2+T5DHz0KMHEQE2nJt6Dr+vJx7729Hnn9lcnrUcf4MUc2QvGXtwSg48fnz5YSr/9Fc3QruwpvyDHQqTYifF5xGM20mOUAMUYn8cZJTOkxwkUsuOQHVFlyWPj7MCT+igcDqNwkHp6fByDqqj5oDLKidQ/B45Y5o3U3aJHdFaX0N8gMJC6u4zmzesXyCLaQSahRTBxCUAanXDfzAzyZCaFqI45AkZEV0n7bQKEKCVnBYVsa+0h/ucDj+Iat7vZ6GuDtiz1+66UDSvY3G7iwuVNXF4s4+JyBQ+duY4ra9s4c3Ud5xmlLy/WYJFS3DJ7APfsvTmoqD3s9RFPFwhAYTTbbVyhpJjMjSMbSmNIEOwPhSTyCAAW8moY+/KTlEEanrrwOJ5cvoq5qUnUNjfRJeDVnB7BlIwqP4NEJoN0sYgrlQ1cIruIUFKJrkTRV6JqICDJKI1LuHLRQWV9wOsgwR4SBF0pyG9QdMF+KLMcUeUbGJBZiM7kvkHYFetxkBalCu7uaNJ8texJ7RPfOfb0E59tiKloI3sB2IteYvzexSfKbson8fXukVQ976t06voq3NoqG18NWoIRc0qFHrdh9JegqHGks1OMhDEyAjprkrR8TwypqVl4osaBMYBKtiASqtjMkSS9jufHINEbPAKF0WhSi4vSaAoZRBWd8hpMyhGH0sIeDOgQSiBbRAWmhCZD5Ai6BAfL7GHA3yuqjPHpORiujKfWN9EhU2A8p86HqG8DlcxjSGeyyHhaHQO1BmVSe4BGs8dnG+0uj5lM5Y7dh/DWW18FaeCQDegEtQjilA3cAan/EGv1bXR6HZyavAnr5SV0HAM9MpjxZAFjMYZ9HlM0EkV1Zwt1s4sagaHb4fWiPKmYLUoOBROpIvKFCYJAEU+IdUdFRyMdf9AX3QQEAF1GIgXkCgrWl4eo7Ii+EtIFujexFXKIokLxA3Do93hOphiZkQmW4tcesYHPiovStKyHY4iFI8mP/6efX3ryxp0d2QvBhCh80Zrvf0wZDD43qTqN+yRpuF+Wqmx0ZKgiWgvHI0V3nSadrR1MCnIpfg3/GlrdaxhsVZDPZDG+qxCUV48mMvwNnS8cga7rYNuHyu3I9NrE/B7Edx+EzO/bgwZMMohoMk/HDAdzCRxKD7H+hdlvcZ9091CY2wnTgTRuk2HT4oNywzKMYCgwmx1DsVTE5qrJbUnokmrnEhKmyHjIwMUm6egSfHLzIDXCVehc3JYlBWX7VTpp2HLRXVmlHOrzWOM8Zer+oaiQ1QgcT8gJwQa6dgevv+df4FUn78N33v5GHBrfzQ8JonRQ8XmI2xOVqQ9O7EI2mcVSdwtZX6MkmkS6UBKejESCMun2u3gcAuzEhRcPCUFZTJrDg2w3LKTTGsEiFEx2cyl3BCAQE9Gq89kQqdbiXG7MLrmxDqiY0qEiTNniQTZUPfrsjS2O7IViL26AMF+2T1Gm/y1Z6lskr+r7w2vwjCtsu5tse2LFqDo0ndHeErUdzBsrVkfYmK2raPvrMBN9hIo+IkmxSrZEYAgHoxai/0BhCBSzIYVHuM0ahtfOMiJGMGw30NlcglHdRKo4jgh1uuzr8C0fEh0oFE4gHE8Gpdk0UVSF4dQRC+h0GJX53uT8XiSp98NxBadunkK55QSgITLEd1oejKFwH2EECL4vHFT4kniI6C16+0TfhuijGFgWqIYCHiiSuSq1SpDY1WjU0KuUkSAzOXvlKaxurgQriXU7bRi9FlqiihRljtU1CW4mCokk8tEUotxYyzKQKY3jdW/8Xuw5fpwOTYZCwEvG00hH0twvgY67JCmAL0rV8bjbZD+TcxFM7w7hwPEcZhYyiCcjZFWiBoY4j+fYAv8nOltFoRnRJ+GQafBy8RwIGr70eCS8Zyk49ZG9YOxFCxBsZIqnqq+W5ez3KcrUjKRQCJO+KqLSEqOmljsQ6H3GZz6qjFBVaCmxjH4EZoQ6W9pAWy1D0oY35ASjtVg3Utd0SIzGbNmIFyb5WQS9bdHvUKejZDBz17eSPWSQyBb4XQXhVJqgEKM00BEm+xCrd4UJMqpYCp9eLZzII0ioqorS1AwmDuyHnovTKRTcdnQW+xeKsOgpYoEfsVyfzKMVuZQMwHwI2BKRVjiUWPXbIb23iQYyBnwKh6JB2bnq9jYMhufxfYdJ12cZnSXi2oBY4lNGJLG4fhWPn/sazlx+Covbi2hT7oiRFjE8ksvl8Ipb7kaYkX1ze41OrOLQoZPYd/JUcB5i5W6bfCNP0HBlG3oUKEwomFzQseswmVcyBWPAN3UbiZzD8+1hek8Y0wsJxOI6j1sKHuKSWuZzwEAmYZkUhQS8REqGGuZZqnKt21l5UQesl6K9iG/I07IkuQVZ9mJs6YzUUfixvWyoYjl+0vtQgRT/ACNvEb5DjivVQAKBUJryIU6xn7Jgyw063YCNNIMkH+JZrK2lMtJFEjn+PgZflL7vDJGc3IfkrmPI7TuK6VvvCPIchPOKperFat3CrWOUIEk6UlSARiLB9+jblCm+7yI1VsT88ROIptOwPTvo0xgvjuF1L5tFMnJjQRr6NRT+T9wU+nYQcYdkBn2T9D2TwsFDu3DyjhMYmxyHpxP2+g0MjR7PUcK1jet44vJpnF+6RL1PueO6aDsGmlaXrKCH1qCJgUMp5FuIaFEklSjiPN+9h29GMZLFxvoKdjpV7JnZg3vveDU/S2DYbUON6MiKiVf9OnJFHVRWKE3omJoLByMaYvjS4PcEGFsDB71uBwOzikRhiNndUbIyAXAEA+qmYLiWoCAYhDjfSJLXLC10iiMY0mFPNibuv//F3CZfevaivRmSdIst+etLstwnwRYrT62T4m8xEmtsfNTkMEmPCRxylmeZgmdX2DjJhYkNiXSeEbGEickJRthMMBdBJ6iIitVCUohRDNtyYOxUUH7qcVQvXQjmV2iUIiILSuREqEI+kB0obNlaSCUgqciQISSzotJTntuLByMfzmCAeDqD0tw8YjmxbB2dfthnZO4jGYtg364x3PuycfhkBBIdRyEyCKAQjieW8ItHQ7jt+CH86L98M/77+38T7/2dX8EH//z9yMwVYdLxB5QE9fYOapQOmj0km1ER4m80Mou60Uej10SlWwkmgaVTOewd34e9pT0o5SaDhYaziQK2VtZw6RrPkad/7NAtmD2wFz2CzPKFq8HqYwKtsvEMwlFeINkL+hw6jQFajS6ajRavs8hzIHsTdSx4fmIVc0UdIpX1kc4RcgmyN+7ZDakklgwQIyClKYWsQ8yW5Ye+Vw8PHf9d7/pHiTWyF4K9qNGail1hZBqICOQ7VXrUCnxTrD1JyuuLTj1GM6vNiJ3GcGCR3gqAoJQo5LFw8CC19hgjZARiYZhwnHSdDZxxjk4sw2FkFqt2i7U1fGr9WCYJv9+GRCovKjQJDSDWmGBoJMBYyBTHMXfwKDKk+LEktXqtCrPRDFatTnA/UT5cSQkmiwmnMowBzIGJlCj0Op1DKhkiUxBMSGzSp/PbKOQy+JZXnMQv/OTb8DM//BZMpvldavsj+2bwMz/2DsTIVNrVCqL0uo5IgHr26WAx4cP7jyJPMPBlBV3uT2LodixKDp5HNKQhmYzR2UPBaMzFc2dx/vo5VJwW9h84gte+6nV02iTq6xvQKIuS2SSsZhuNzTUUC7lgBEUsuGuaNpmKF3RCEg+C/AabKOoRDCRfIc6KultmkCQlLhdvCEGDkkmsMq74CMVdpIt8l8ho9tHyPOnzvV5/kaxplEn5ArIX7TCn/9SPaO7Yza9VpMl7IZmyZ5VvgINHfa1G6OR0kN42LFLsXn+Iodmm7m5CCReRLs3QiSkfRCegFg6ia3JsFpJNtc3IKfseTDqFy98lSlOYuvVOOP4QKiO0YhsEBDOordBvkeJ3WrCNDgr7D2Pi1F3Q0tmA4q889TCMRg2RYhE6pYcWE+tsygSGDvpNgg8ZhMf9CPmhyC4ePr2GjZZHpxXZm6LDVMPdtx3FLxMc9i1Mo90xYBJUjHabx1YlxZ9BY3kLtdUyf+MjHktgcWsFGhFmKjeBqZldiBWzWCmTVSlaMAXdJ1CIORbGsIdGu4aV1etkNTk4YRnZ8WnccvQUbrnlFtQ2NnHhwa9RckUJnCqWr1zG2Y1ncHrnNEGODIsUh9ghfJ7sQOaD7OC5UCOegxrfZEPDAQGD3xEdlQL0xKiSmAIe5aWYP6SiNCMKy/C7Lgbu0P/bP3hvc1QL4gVm9JAXp/V6nzgeCk/8vqrM3eH5PZKIVaB9ieFsG27iKJ07DKf8OLqdOqo7XVjGRTriEJH0CeQmjpMi76CzLVKqh2QHecwevwe6KYYOFwkmQ/SqNXh9A3o8i9TCLjqGhTiZAd0hmIbdrzXRoG7v1rYQI2vY/apvg0Yg6GxvYu3hL2L78lkoYrJTOAKXDhpJpIlFWlAFu1vvBNmRDLRBjYmt8ja+eqaKak9h5I8hTvmS4/Or7ziOgwszATcXVZdE7QZPeCMdVAlHsXJ2CQ9/+AvBdG5X03B2+TK26mWkowncdvR2TO7ZBU8sgUemESYQWl0DvdoO1hYvo7yxgbte9Z1B52Myk0KlvoGFiWmsXLtGAOogQUAT5fa26mu40LuOJ3vn6MVilXGhfwQaCAbF46cu6fXo/LrPY6TcErPi+Voigxv0CX5kDR0CX7ft8zOV7ETC2IyH4oQCPeIFQONJhAhX2UxEk+84NPfqh3/gBz44vHGXR/bNthcdg2Bk0u7/5Z8/Kiv+WyENXifLiu77bKWiVw+is4yup8+QCVT52MJApCgz+opefddcQSg2HhSCHXT7jPxDNnM10PxCFoAMQXxPsm+siqXQGcPJBOSIqENHesz3xAK5sqTBprMN2mL5eg0pSgs5ncTOuSex8sgXYLQqkOkMPh3VV3RGSbEArxhZGAbMxOz0g5J24js6Bfj8/B7cfuIUXnZiP97wiuM4sW8WJw8uIB1SgzqVJvdldzroVKvo1Ss8EpHERccj0NS3msjMllAcLxFUMnB7AwwaDbTJNKorG1ApW+Yn5sCjQJpOL44nGo4HfQaxZCrIQ2g1N5GlFBKEqrm+hWwiAUVzg2XzrqOKc91LaAwaQX+LeARRhccv1g0RiV2i89HoiBoWxA7xHQLIoB8MBPF+iJXD+AsKh1hKRm5MQmGcDCQkwRyKGaoS9yuSz7WEZds3V1rVrVPHcktPPDHKpnwh2IsOIH75/ptuhj/+45LivENVjVgACmiywRbId2tsiANq7yI8YwvD5hZ6hsjiawp3osQQq08RQORcsBCtyD9QtRgiqSxy83shO3YwlCi+IxajUcSsTQpoSdYCHR8MQZIqa6I+ZbtB+WIgf/MtiE8x8n72E6hfOhewC0kPE1RuOKMrhiopq0VdSbPZCiZ4+SLHgj6TH5/Ezbffi/HSbNApmRQdnw5/7zpkGn04YmEbAsOw1Ua7UsE2o/6Qx5hIJZGkNMjtnkN2ooSpfePYc9tBjO+ZQ1jkelQHiOkJOn846BMQM1mb/L14FEqlwMnH5udgOR1YlF7dWgMagapyfQ3xUBSZqbEgv+LSzhK+tP5VrPc2EdIUEgdeAR5nMNIiHnwtGEA4LEBCTOKSyL4EUAsgF7kPdHuNX+J1C4UVgjOBLUwUUUQfBr/Dzz0xwsFjtE3xh0P4cKK3nfieT37yk4/awYZG9k21F1Unpec9zJCsfbsv7dznS3aEzZPOJtap6NPZa2yUYjVrEeEZsR2DZyeWv2cD9Yds0Ao/Z3TTknBMi47XRDiRRDglhkVF2zQZ5BSoiQz8SBR6TCzzH6VjUIdHYtBCMRIME0M6rkWHVUjps2QOajaP8ulHMGgShCIJqMkMZMoS0SFJGU7Qsvj9FvqVGiM7pcXAokgB0mMTOHzqFUinijDJchQemyTAReQ7MPyKvpAhf+eIWaU8BTFLsjK0KVviiKZTEJmTYmJUrsRjdfpoLS4iFpcwd9Mc5k/chLg4dtEBG9Jhy9wjHTU/PUaw42+KeWiidgWPZfPqMryOjZ3FNUQIUJO7dgfFZYYEkYe3z2Kru4OoGuI1FZyFm2FIEdPZxVwVReWD7CAUliEmkRaKGhmRYA8ia1JksXoBYIqRj0hER4bHnUyK6fICPHzeT9GH4QdgEVS+5j3SdO3geuPhXeJ+j+ybby8qBnH//W8venb950mWD8qyKft+ly2sx0eVn8YZffm3WBlbLQUrWavhKTSrG3DtGhs4ZQOdTxfrTihjMNpNROIZ5MfmocUSSOYnYDWFLGnDEx2VbLxCQhjbm9wkHdYy2eDFiuFtRLJFaJQUkdkFGLUK1p98guBB+UEpISizJySKqPfIlm8TTJx2LxjuFEnGMh1WDJGO7zqEXHaMOEb5wG0HhWEoQSRRA5PIIthNOJ7C+O59iOdLyE5OIhEXk80yZBcGDEoVmZq/Xali4/x1sh2RxUkH378AiwylUW0QXMiIRA+g0Q0ApUPpUd3YxOrlq9hZXsb6uWuYnN6FfG6czpvD/J49mFjYjaXyNTyx9iQeXRXredJxCQ5CUojZmUKOCVKgqmRfik+mogUyA5pHB/eCfgnLEqMVgmnwZyQGgnGEY2Hk8mR24HWBqPUp4IagT4AQXRqi81KUwCMMffKmXbf+1V//9blRP8QLwF5UDMJx7ClZVidUbUeRfDF8JzQu3Y6N37U32UingNBetjqGJEa9HiO+aVSCzjOxjqZPieHaPhswtS+ddWj2+OwgWZyBRAcJZXP8XaCJ+anHTej8zQCrj30BK498HvVrF+jDbOBhFeEFgkO9jq2HH0G/TCCpd9HZKKO5tIbOtSUMtsowNsuwuwQHS/SR0GkUlVFXR2pihlH+TsS4T5FhKWpOiFQAlbcjO7cPpdl9KEzN8nme58Ijp9RorYn+BAtmj84+HBBwDDSW1+j4HpafuYAt7tNsd6F4FpLTcaw3V9BHD5LKM+R1sDpD9HcaMFtdqNxmNBTH3qMnkMuMIx5NY9+BowTJMVy49Aw+e/4L+NjpT6FuUHooWtAxKdK3BBsQBX97Yjo38czidiwCWsAqdA/RhI9ERoYu+hcsygaR20GkUCnT4nEyMoKAGNawhoQFfmaZXssyxdizUlOl0HXH036XjOL+t771w82PfexNygMP3K1+4nPfUfzQh26KfewLJ1J+MOw0sufTXlQM4j/8hzcdA8zvliUrIjLyxPqVjNeA3SBY2HxNx9YoL7woo1oEjc0VUv9FRjBR/FWUaxuSEk/CdrSgzoM1NBBKJpHOz0FP5egChAUCwKDbDdZ/YMsO5lSIqdy9ahm15UUkdx9AdGYOjetXUXnmLLqbW9weHZDOyxfEJpdPFvyBSl3tQgnxEjMyMrwGACHyLlKiBP+pN5C5xMl++lAoKTyTMihVQGJmHnazRgAwyWA6BJ1N7ncpWLWqU965MczZE/KJRyvW/exTLvUHWH7yNMbnZpDftYDFa6u4cvlpDEItaAOPJIsUnywpnc4iXRhDMpVGqpAPVhwXMzoTkTA2Oju4uH0VnznzOXxl+SEMyMZEKrmI7gEbIHCKPgfhoTyVIEnMpZOLSVlC/ghqEYrKiCV4X3yF15tfJICIvoxEMkaGkqUs4bE4VsexnK/1+v0/CYX8T+3btXd7fnZuc3Iq89HX3Pmm//EzP/6F7Vrt95JqMnST66Z/ToH3HUo49AMaYndcX/9U9I3fdbD5Vx+5SKo4sufDXlSIbJp/+wOS13mfpihhDwU6cIKNkG1leA2SyWdtjjQ/RdlvB1F389xDlATX4LstMokGDFHUNrKPDCFDEKiRnq+g7VFm7H01Xvc9b2MUH8JcuUqHvEoK34JPzS/WxRDrVRjlTdTXN6EkU4jkSozWHfRJ4y3KD08hO3EkZL0ZsoAoGm2yhx0Dzd4GIuNRaBNxSLpwNDIZspmxw7fi2Hf9LMGKf1euwl65jtb6mqh0j9LJO9A9fxrt7TIaq+vYvHodnUotqH/ZqRE4eG7heAw5MeeCsiQ5NQY/lsTmxUVkJwo4eN+r8KUPfw5X1i+iws/H3RIO5nYjFIsQDGJiGgeBiredz1E9EmRcevz3V+e+ioeWnib5Z0CPWIhEFVJ+kadwAyBkAoLopBQMQBZgoRIUxHuCWxAEJL4XFrU7YxJ0sqJhU0arRrDga5FpGiODiETCfqEY7R44NP9f9+yKn3fc3inufz+vy3FdT/YzidIzqqa3LKfr9e3u68kOS54rigFTbZAuGgNz3bb8z3qu+ru5RLp8222/z4Md2TfSXhQMwvfvl9/5znfmdLn/ZsnuHvGdDoV8nO2KEVgM4HlVNiCNjpqGb4npzirMzgCd7StswNT+3pCyIsRIa9E5cnBdRvd+G9XqJj7zpcv41N8+ienZAnYf2B8kSYksSjFcJ1hFYnoOsVIRoUIWnRXS9to2DDrqkNJBJDWJ5flEX0BWXUDaXYBqp1GIziMTz1H6CHZDR1NjEOtXRJQYHFl0NGrIzhwkJS/AN5uwtzYIEKvo1ytkO2QxvT62nnkWj332AVTWtjCkdOiTOQg9D2p2NRpCjKDQ2yHIEUhCqSTu/Le/QGkxDXPgkHVsIVfIIR3N0ddTmCKgiTkVYsq76DcVNSlE56slu2iRWX3p2ll87uJTWG3U6f8emQKdnmAgkqBu1NYkEBBURF+CWPNb9DUIuaDpAhQU6OEbrzUx7Knyb0qzesXhNef+6Niapgb9J2Ld47GSGpqejRxwnOFbsrnSsVQqeSgcTsbjsWRGlpUDmiofk2XnuCypcUEOPY9NlCglMjOzuWSKkmd/Mh49rEWk7r/7xTuX3vvex5ygkYzsG2IveICg7pSHw9aMJg/+DdXrj6t+NSb7G5Ivx3j0eQIDhYXopZfiBAePjy6xIothg4yhvsy21Q0YxWBA2kvZ4HpxRmHKgO42Hj+9g2cue5gpqnCrT2PvoZNIpHNs6DpCiSLUTDEoBGs161h/7EkYjQrByAzkhtERdSYGdKQQCrE9yCu7IdkEITE8SakhtpHOjiGbmECSx5lVJqAOKAtUOtd4Ekk6UUihFOG2jc1NVChZFMqPsV0HsfL4U3jor/4OydIkbr7n3mAEQCxvJ1YDy0xMYObgAUblMCUMZUhdLP3vUPrswp7X/YtgNMOm5BArW8XkCPJSAorPEB/S6NwKfxchi4qgiS5W7WV84pmH8JXLF7HZ5HZ4vV1+N0SQEoAg+nd4YXmJKTX4LIYsdQKCwmfxECChkx2IfAjBEuIx3hNfQ3nVRa1CMCYgiZmyIR5rmPsVYFEoxIV0iQ37lipJjp5IEgd8ihSfUoVyy6JcM3k+ImdEsBYxE1b0gQjAEnNkXFcTC+t8msf1UCwsN0YA8Y21FzxA/PIvHz8iOe7vKJr8RlVXSGCH8FyxJB51vSrWoGRTYaOW6PjSYBuSVYUfnkG3vASLICCcYmgnMBy0CRAGI2gGzrCPVmMR7a6JiWIaN+0tYCIDNKtryEzuDXIWOssb2Hj0QVSefRrlZ05jQMkh0pS1sI6heaP/wmmbiKvjGA8dQchKEjQ64LESRBg5XRem6By0HNjiNfWDXe9hEO5hbDaPtK7B2qnAo1RpUF50mx2UDh2DMrBw7WuPQc+OY99tt2N8z17kZ+eQyeVR2D2HqaMHqekzPLc+7OEwcCyzXUd+YQqFg/u4bw8KWYaYZaolQyRaIdStHjYEkFBSLDa28fDyZZwtn8aj6w+jN2xjY9sguxDMgADmU0YQDMRQZpjMQDipGIrkJQNVWwAKYcoPUUJfsKJYNErwIDsKp3gODto1Fwavq0wwCEdC0HU+NMqbaCxwdDH6YVMx9Lo22p0GQcEggJDx8d4MuBPTpqQwB0Gh4QEfnif6WPoBc+l2BxvUM7/bb/sf+tw/ZBe//dv/o+jpGNk30F7QAOH5H414tvwjakj/HtLiVNBjIkYvpB7bcJjMIR1o6aDqarcMf3CdwnocrjqNoaiKOuR7JBc9UnRnUON3Q7CtMCyjTqZRRTwcw9T0GHJ0JMeTUd26hPrOMvor22ifv4Tq5ctkCztCgNNJ2BYVlQ3aRJfbi+tFFJOHMZu9E8qQ0ZyN2OnfWNQ2oNohOSg7F5S8J2AoYn0Kvhbl7CZPkG1Q2Othfk4QqVxbRGeLsuDO1yApcjAIAOOHDxIUMvwddX0xH3QSRksFfpaE1e4FMscXkdYT0dZEdnYWebIIcUOFtBFzOURClJ7VsOXu4COPfBFL3Qt4unwWUnQb5eYmitkEXJNRmjLIFtOxBWHgRRZl9W2ROsHLGo2Kiy7x/CU0az46LVGQln+L0vdeCN2GR2AAdjYNGO0BeoYYDhbXQA3AQUgOjSAdi/G8wnyPrwWgNxsCCMyACY2VppFK5nmZg44afl+shUpmIqZ5BkOsMtma9WV+/71hKfJ3L3/57288+OCDwdGO7BtrL2iAuP/+H8x4vvJOVZP3CRoa9PSJPnMpwiY7hKSW6CRqMMsS5jL5MZ0mdFMweuCLwjFsnFa/CbOzxc+6DH/jsAaMuN01hHvj0IcT8BUHpjvEIAARC/1aA1FDgdfpM8q1SXG5DUus39lBt9eA5qWQkqcwl7sdpdRRfs+D3evC5Gfi2HoEn2ptFa1eGVVKnHpnDe3eZkCZGXfp4Dkk9x5A+vhxOoeG9toyaosraK0vo9NtIHnwOHLhKJLZDEKCDdDZ9LBgAuFgWNeo1tGv1uCK4dZgApaDEJ1v+vgJRAgeWioR0HmRSi0AhLsI+mDk0BLq/WtIRoFy20K1SUBkxB/aNvqGhyEvr/A40U8haL1tCkf1g4gvPhG+KsBKJEENeX37XQ/thkkmNkC7NaSzW0imhByRghwHnUAoZFaYUioSjSCVThEkEsHw55mnl2D0uG+LLCWUIDik+ds4GUuUjzB/H6gdkjF3MBgOVyQl9AFFUz+gee3P3377n4kLPbLnyV7QAPHOH703puuDU7IWvhmeKMAisibZdqhFfYXswcuDXBuyWyYAkFloRYa8eVi1q0GPvz2sod+8zChZ59ZEFcZikJ04pBSJ2HMIVybQulKG0WT0Wx/AblBpdyJQbR3tYKFf7oph1KDnGJ6L2fguhPolxAgs2fgcPEZRkdTkklWIDsdoiro/qDTF47RFRJZQa5dRaW3h+tIz0OiEw+06SY+N3D4eq9VH9do1NNdWMGg1sfTkV+lgjObtJmpPn0bjwiUoYTKBdIzANghK8tttSiWjFzAWARAiJyI5PYHZU7cE6dJ6schIzNvK6ySGWGUiRDZXwvXN63j67BIuLqlY3nLREg4uJlMRDBSRXkAG4fI3Iv1ZVKISK52XSjr36wUTsjTdoxTQgw5I0cdCyUcX9hncb6RUi1yTaIzXTgt8W/QrBpJCzBsJUYoISTJWoiQk6zh/djFY/Fghoxv0fVxf3MDm+g6a9a4ZjsS/QoB7sNpof87z3C/7ivRfXc/63Mtvff+zH/jAxVF/w/NsgqC/YC0xvlb3pN0t187ZN9iDoPmiUepsxGxswZyJCn1BdFJqZA/T/FqGn1Pvuh1YjXP0yKrg3GQbWTZ0McehTSdIQI7FkYqXUArtg7IRQ8afxa5dr0GxeJL4M8eIX0JvoMM0Imj1Exgqc4hIswgbMVJpAR6MmtQvFvW5GG617BtrWFg90akmRi3SlCC7ceex78bJ42+E52g3ysq3KVmy3aD8ncjsdE0yIfqn7ZKJDFw888EPoXz1AgaOAW2GtHumxOP3Mag3YDa4X7IVm78J+mHIqsIRDYV9uymlRNyn0Rl9MZxKB40mooiL9OZCEbt334UrSzpqDUoSccx03jC/Nxgy4lM+8FeI0JllAXgOP9Pp5IRUUS6uT0XXIeMYDERnosddiL4EMZLhk2XIBA4x9EkI5jWAL8CAsECEEBmYCkFLEkV8xFgpTdcTaLeHqFaa2NnZwtWrV3D54ioeffgZ44GvnPnLhx9euv/IkV95x1cr2fvvvvN9v1ZZq3/tntv+ZCP48cied3tBM4h3vesrbMj947LqvNr3RceXwXfLbMpsbP44H33+PWTLvDEZS0rcBF+NswHHYdafgVE5G6x8ZVtCy2ZgdG7UcbDFQjqMXHGpgGJpPwxngGghiy6BxFVVJMamkWBDHnaaQZamI0iLqWA+NY/K1ipi6SwiqTwa2zvoku63q5uo7axhdfkMllaewflrXw3KyPeaDciOjHgijVyhhJ31K4zMSWROHkH62EmERbTv1YO5GrJwTkqDWILgRcfM5IqITxboaBrZzQaM7QpBokbS0aUc4vcjlB1RSovXvA7jt90Gr1ZFqFiAms8TOIRzi34Dh8fuIF7I4drKMj77+Yd47mLoUUgJMUBMbBMv+HAIDB6d2BRAEVUxN0eZk9BhGJbAp4AleI7P7wkAFKMTgiEI6SFGMm4Mc4pOzkgsxr9vdGIqahghygzRUSz6Q7LZLDotC5curFBeSZQc5FK2y/05lCCyMzOd3D645+AnX/eGg/2ffdvvmaINfPzjF7n3kX2z7AUNEGLtzV/5lR/6Vt/r3a4oXaIC5acUJjBMsdEKpzfJIhiRXb4f3ks5MAtp2MRw5zzM5lnU6bTok/areUoNh3p5i9FRxbACrD97hdEvh+TkboRyefRkE7VmHfUK5QrDYao4Bn+nSdpbYQRtI65EkBHsxJeRzs3A7Dho17cxMKqo1tfQ7Oyg066hY3SC9Sh2yBTqlBc7nS2CjEQgmiPVDsHukgFUDXRWGRTjMUTiYhiQbEJMbjKGKBw6jOk770TxyM3QCAAmwcMybUZ5B1qcMZ4OVzh+HJk9uzB2x71ITU3DuXY1YBCRhXnISR4jIz29mVre5TnSUSMRrDBif+JTXyArsgi0cgASgq+LBYBcgolIPXf5EAoukQxhYSHFbfpB/4LoEhDSQQqGNkXnJeGH8iJ4LdgE3w/KVBAERIekWHYQAYDwie+J6d8CMMQb4jhX15aRKdqIZwHiLK+Bi3TG1xLxxKxlu8dCkfT63/7tmcUbrWBk30x7QQOEsF/8xXeQGrS/W5V7YY+NC9IEtX1YyF9GSeEIO3ytQgodCgq8GFtXGG0vBJOosD2LZOdlUOoz6K57Qbm3+mYN1TMVDMsK8gs3Q4mR8nYbqFWEs5ORWBaBpYZINkd50Q0mZwldLiY7TeZ2YXJ2P2JRsoc6wUYUgM1moMcYbUsTyEzMIMEIXmttB8OHXaeDtt1GrVtDn8Awt+tmRmyeQ3+I7toWqk+dR3Q6i1Bc1NGU0K3UUb2+jE6tg8m7Xo3szbcidug4cnfczdcnkD1+K/IvfwWS01OUDwn4nRaG68uwOh2olBKRvXsCOg+eh81z9Qkq4gYrqTQeeeIs/vZvPwtXyA+hacSD+wxWvQqggdeT4Cf6EnI5PRi9aDYGlE1mMIIiHoItiOFP4kOQjSkSruj/3AbBheel64IpCMALIR6N8FIKEiDyJsSIihZkU4oydK60gUiSABPiPnkjxZCoeFYUX82k8/N6SPfe8a9evfGXH35sixsY2TfRXvAA8Wu/9KuuL6+VfKt7wvPzLU8qMUglZFkkR4EMgY3LV/fQsSNw69cwqK6h31jFoCEjunMAsf4EKbyHqFyA3w5je+k6zJ0+ZcIEbn7dd2BgDigbljHsm8GcBlEFySHl3trZhB6O8gqROovgx+dcaRoT+T2obG7CcvoQZeHbZB2W4+DSyoUAbErFOUzkphAXoNXtB3KhPWihZTSCxWwWFo4GKdJirYnmykYgQxJTIuHLRWK8CDHDabC5jub5Z9E4dxGi+rVYTlBNJMkgsnDJZgYi6/LSZdiddtBhKCaXRXfNIzw1B5Gv7RDURC6HWBlMJeW39DA+/BefwNNPPhN0Ht7g7AKSBMj6AVYEEoKOLpKkxGpZzbqJjc0hHEqkZFwsGkx2QFYgAEJcC/H9oBOSMiMok8cPxAiETO0RDpEZESAEcIgO05AeCqaei2Ffm6DZ6W8FnZtiFqjomhDgIxiJuAae1ycrUQ6Qrqjf9wOv3Pzoh/+k/u53vy/oXhnZ828veIB412/8Tl9Wrkd8P0duPFZmhGTLs5Oy0mGrYoRS4mxkouAKW7kygFlbCUYB7MsTUHfGsHb9KWyuXWD0C8O3FHiiuKqoFaHLmDtxO4yeQd2cYkROoV4uoz8wECK1F8vQ9VoNNGo7SE9PIE45sGvsJjjBEOEWHNcmg2C7pfOJKdEiS3Br4yrMRhWJSJogQ2LuiMxOSgMeWs814EgKpif2Is7PITvcxgD9fhtjx/heKRvQ8OzUOMYO7g0qTTmtGozlK2idfQzG6jW0zz8Fj8ylf1WMzAyCYrliFEOszZE8dhxSJA6PkkRkXQrOLyvU//kCGU0Pf/pnH8aVxWU6I72c9o8gceNZgAQZARkE/TUASbMnhj4l2ATLeEJBLi/6FCgzFI+RXkCLmN4tQOKGhAiF9WC6tnB4kfMQdFCK7wXMQKX00ANp0ulU0TfFgkZ8T2RgUqKI/gwxT0Ug1mDY5bWxVc+xF0zXOXbp6tPr3/uWb1//+McfHIHEN8FEe3hBGxsu2/DU36uh0i+ZWuJHXNg/Csn6DNUrP6OIRTZopNAYfdQkncZHf0OF3s+wgdfQtapoddepvevY3riAfqdHKhxDJl9C+doiuo0GJvZT9x86grmjN2Ph8GHsOkAHFXkXjPTtTpMAs4XpmeOIhtIElDZBpBOMnPgMqYPBALWdMhlBBCkyiEymSIo+wUOk/g/FoYeS0JUoVLE5swuz2+ILBWNz+5Gf2g3b8hmloyje9Tpkj96K1OwccvPT2HXPbTj85jfiwLe9FtN3nkRqIo/i4QNIzM2gcM+9QRk8MQoi8iC0YhZKMgeva8Brt4KOVdGzqNJpDcfGpz71aZw7ew5hXWdEIAiITkyyGTFES5QVV5lgR+Ck0w/4V8+SyIrEoDIdmODRrtkkakIixJBKJcgOQghHtaAzUoxi3MiREMO9ZC9i6j3BKZAX3EeUTMKh1BH1HsSs11qtCqMjVlXnnewTPHgsKu9fMBWc+xLsrcF70myWM32jcler3XxLaq9YyGRk3wx7wQOEMFm+2ZCkI+sJeddOSJEekST1Gddtr/i+uwh/6jIgKiWNi2/SQVxE6gtIhXcjN3YACwfuQSmzn7o4hlAsjPraRfqOjuKBW6mGVQw9H9cuXcTGxjo67TZ9RcH43G6cvOc1QVbkwv4DaNfbSOtiUR0VNiO/6LyzGbnrG6uorl7BemMZK9vXMRYdJyPoI5rLEwD20olEefkEErEcssk8YtThfZF2yKueoGyYOHwMlmFj/fR1NBYriO07htjRk9DGx6CU8tD5iBIsMgcP3yhtNzmL2Mxu6LF4MOrimgS7bAaxhV0EHxNOvR70O0jBEKMOOZHFyuomPvqJv8NG7UZ+Ef04YDQhyoMo5UFUpazg8UTppGFSfTEzXSRH+WJCFllRjBwz7AGV5QGMpkupEA3W6hSl82O8nmKYVazFIZYtFOxEJ1MToyeiUI1DEBUZnbF4NPh7QHYmks7EiA0/gmkSkHoEiiF3wGsqFizSSCckmdeZf4tFgzQtokW7MTHgMrJvgr0oAOL/0wRYyLLx32V5+BZGnG+ls7/X9zqLACNzqwOZskLrFiHZOrafvYD6lWU64wydiRHfZdQUnW2pOCxGLoNMgEETO+vrqJW3gzUt+60uvvi3n8TkngPYTaeMMDJP7toXpEV3ex026iG1sxoMM4ooKcVV5EnjFxYOUpqQMVCzt+s7iKdydJwYPOpqkTMxXphHNlEkhe6hS+niDB1S8hhmDhzF8hcfxLn/9oe4+hefQOXpq+gbCoaiOAyPpb9Th1muw6lUYNWrcLc3oYTodPlMIEui01PQRGUqAoDfafOG0v0Uav50Gk1KjQ/+6Qdw/tw5vheBS+BwGNWDhCiyBtEfQaaPRFQhiCHIskwlJGRSQD4nY2xGxeRCCPtPJFGcFfMpVJTXKMHCUb6OIhImQIRDiIjydmGNr0UiFRGGAOQ4QhGIXhCRJ6EFHZvi+lmWmELPfQsQ4nviSESdT7GmhiUm2xEUeMkQ0pJIJXlukXT3ZS/7MSL3yL4Z9qIDCGGS9PI1WX7NE7J83zVZrj3i+dUtt3bdklabGFyS0Vyuo7J+nQ2ui2vPPhDUfhDLzDm2HQz5xaamyfJJq0lnxSK4gnZvLC5ha3UV3UoD3WoT//Dxj2LXvpsxs4vRuzgFqy9SindIMBSygjgbtAWbdFrQdSp9DEntk4VSQNPr1XU0KusQZerEOL/pDhhF08Hq4f1mk45BAHAMmMMhYql8sIDP8iOP4cL7Popnf/0DuPaxL6D8pUuon98K6imI+RouAcNj9BUp567o5KScSe7ej8T+I7AqVYLIVuBoMrW+rIeAdBZrGwSb3mnsmh4iIWgAnVG4rcjwFP4r5lsMKXFcPkQfhBpS6cyiT4DsQZeQykmUWzpmdodx86kUZggWnfoQi5ea6HWdIOdB5DkEQ6m8LmLmZjALlNdAMAaxTSE7RPeQqGw9pMTyKImIDxArcFHVBHNAxEiKY8u8HsCAyiQcKSBDUI9FM9VcrvjAx/FxoYNG9k2wF3wn5f8ve9e7/vXQl9y+32vsIR0daz3WR23lOjLzc4z+KZ6gCi0aRo8O3OvUKRE86MVSkBhk0WElUW+A3jI0BpQBGaTpyKJDbdhvI5FKI78wixA1eV5NoLmzKeJuMKwpOiBNo0NHoDuIDkuGvXCYDIIOIzpAxb9WbQdDMobx8TkkCQTtRpOOoQnajGQuC0lX0G626EBDGPX1IBkrpKeQChUQqSbISBJUUPx7LB3IHbEvd2gAlCeivL+ihAkGCbhkTqJTUidwafE4pEQSV5dW8Hv/9bfQ7FzB2HgE2bTG43FgOqTxdE6ZxyuW+ROL9ASeKmK9GKXgQ4xOiMVu+n0X0Zgb9CnYjOydzhDbGyZqO2KGJR2f/0Sth2gsFGxCOLoACQEMASgQOFTKKpGeLQZTRU6JAFUx4iFyJwSIcLfBI0ih54/S2QlMTu5BqTjjk5n96Xe85tf/82HpsEC3kX0T7EXJIP6/bX/P2br+hD20V51UxtRnYm5YDpEJ1NCrdRnRQtD4t3CgyelDiNCBxdwJz7ERoUOJlOBmvUGwIJNQdEbNAvYePoaJqV2orW3BMrrIRmPY2VxCl4AQpjxRRRYjG74mKbAHA0bVJmWBwb8JLO0uJIeRuXejdJ2YWVmcmKMsiNIpuG+yCov7FpFV1JeMRJOIJwhYhsUfmXRY0blIeOE+Fjdr+KOPfAoPnLkMsUpEJJ1EmKAnbpqSKUJLlSAPbYgsCkHzNZEbQfrvyjo+9/lH8OUHLuPCRYsgZCMZ8jGeoHTQCJDcQIicn2o/GGoUnYw8FdgEPdFpKui+yGsQfZ2bawSG1gC1Sg/VspiGTbYhuwQIC8vXG7h2qYXy1jCYt6JTZqgEjGBE5MbQRCBnHJpticI9Fo9TzNIkJpDtaAqPgcciuqEFSETCCYwVZ5FKlZxYNP3hifz0e290Uo/sm2UvegYhsi1/6WfviyiRcBHZsYvWg9Ws3TbyogJRr1WBnk0gkclh59rVoEPQi+rwc3oQARU6vnBsMbLBZoq8kCF03HSpQGex0TcpA3oG9k3vwbZISBr0SX+jjNRCc0fRWlnB0DboTCbfiyClRYOGH88XUBU1Htq1QD7M7jvM6FsnLRep2w6ZRiQAGoWRlcQAzbUrMOv1gD0oaTrm2ACPt67jC9fO4M8//bd4+NHHcH5xFdmJGUQSKYS5fTFrUzi1WDdUpFUrgjkkk5AIIn/5lx/Er777PahWO5Q5IVR2gJ0danvS90QEiMb5fQKFGMIUtSMV3QtGGUQ+hcPjF0xAEAvRScHLwf1IME0JjTplAAEkmGshiFJI9GfYaFF2dHo3KlWL4WaxBoYYxvQ81Y5E4n+XTWcfqNbLl8imMqGonxZzOIKVuMS0eFlIDC/o/Jye2Y98YcZMpjNPJ+PpP7j3np9/MrjJI/um2YseIIT9xns/3XnPT00/qcqvvGR9aWVaiUVO6HQUPcGoTV3tUEqIPoRUOk2n7xEk2DD5OhRnNGaDHvZMNOm8vX4LccoElXxZjJxWdzbofD4yEQJJt3Uj76A1DPofRGk2xyJLqDYQLqTgis45VyUjUTFoN1HfXiZ49HH4zpcHa2C06jXupxcwCuF86WKRTCQW1JConH8KCp1L1TOIhUKwGHm/1l3FM51rdFAP3U4Ta+sreOzJp/HY6bNYXF4NgCqUICjw+zoB49K1ZdS5/ff8h3+HD/7p+3jeEqJkSzZ/bwwkNIeURK7oHeD7YVL5nJiQpdOJb/RJiEIxojK16EAUQVvIhxvJS6IfQcbAECAhwAHQSMiicRnJjKACQqb4BDeZsswiEPL6EnVEb4fR7xnRsLJeCBW/qDS83+75/Yuqrm8osjYkgypFwyFZUSQpEo1JufwEsrlpMofkU7Fk9mff9MZfffC52zuyb6K9pDp//I/5Sn/p03/crG7/YI96X4uF2aibUKUYFp9+4kZS0XgRxhhgsqVrkQTMPvV/q4ettVVcW7uAw3NHMDk2BYkR8MKFs0H24Le97jtQXVuB3TUZ6U0YtQYyUxNQGCnFXIkBnbzZa0DWNVLoGNbICPqtOuIEgVe/5m1w6Gfby9fQ2t4i+CiIxROY3nsAKtlAa+0a2lfOMupm4KsxMgENOxngM91n0Y+KhYQV6n6xALGoUGWRrfgEhxBKY2OYmJzA9MQ8NjY20e32ceUipUidsoXnLaK0uL1C7jiuhB4PghgUsAPRYZnLyozgooNSMAmqmz6hUEzdVskqiBoi+YnYEDQQMY3CFSNAwVwLgRk3ZnFStfEPggm3GQrxb+5DsJlYVEUsSYajuigW45Qz+oc0I/ye3//o6WB+xS/8wptSqxsPflssGj1BpnFS1yNz+dK8n0oWHy8Wpv/Ld3/Xf3iE0mLU7/ACsJcEg/hHu/+7viXc7db21jY37h50mnKnUQnK28dTBUZOHwNGWHPYw057VfBjpLNFRlgTITZo27UoD6jlQ1HIdCiZ0VWMWOTGCCj1BsYK05AGCrcnVgA36HgeASaCCFmI5jMS94aQxJoR1Rp80yF4xHHrra/D5ORelClPujtlso82+nWCBJ1vbP4w9Eic321jyN9IOh2Kji2YT5fA82D5DGOwh0yWciQkSuYzkvMcwtT5oqK0MTAIDGu4dPkSVih1yttlnoMT9AGICttDygnDFpmQXjC6EXibcHg6tEX5JbIcBVgEPs5/IvdBDH5Q9UDnazFAKRK6RAsRadahCN8T0oDyQiQ1ibEKASDB4jhkEOKf2L7YkShvLwAkkeS11IdQItIeV/e6d9+9z3300fW1Rx65aJ4/Zzz73//4i1++dvWhh3btO/WxfG7sU/np6U8VExOX5uePUdiM7IVg4pa+pGz9PX/8O/WVtX9ttQy1trmEGLX62MwRtAkWnUYNXkxBO+NhQMqdTReCWY0eG7Tt2YzU2zB2mqTeUUTpvOFcGBP7JnDhy49gdnw3xuKT6FfaKF+/QMd2kZqZRDSRQb/The2bN+o0UHaINTUTmQL2HHs52v0aFs8+jGGzTrlAieG5SBbGcejON4rxPNidFbQX1ygjLEjRMDKlabQmXPzPxb/GWmOLzhqh40ZhMVwbXcobkb59gxwE/Rc3MjHJDCgDbnQs0nHp2GJ41SLQeZRK/DgAPyEFAtcWw6R09ExaCbJQRf1MgRRifkQkKiTIjc5DT9LQIXORNJesQCQ3EfgIHgIYgmMQ2w3+J8Dihixx/p/2zgNAqvLq++f2Pr3sbGVh6U1AEUuCRI0tscRIirHXN6+KxhpNgiSmGWM0Go2JxtiiQWyISgBFrIAgvezC9r6z02fu3H6/5xk2fqaIYr73s7z3h7jLnTv3zszu+T/nPM95zjGJDUggpgkCxfr8AV0JUxsY0TFFVh4j+2N3RwOjfnfttY/iffsenwHQr8HnB2flzrDEyJPFUJAU/BKyPx5ZB4UMVkNGLwODDFK3NIjHG8GfqIehoSHIDiFBoBWgDA7yvVnY3rIV1rVtAkpioHb8aBjq6YOh7l5gSNxlCxkR3pUYigIjS8AgoxQoDj3XAhLXbCvp4OgmCjNkqB03FQwkGrs2roRk+1bQ8wPAIOGR5AhEw+PRyCsAGsrBKdnIzefAYSjgJBkijfWghkuQaHJhzBgZfH402tMlJD4lNLpXdjyid4r+IqPE2Yh49N63YIDnD9AIP2LAOB+BZVAogL5nkAriHzSegMThDu6lraExOl/ESVxG5ToWEhZcmLaQJyCdcyFfRi8PxR5YKHgWuwku3nZS8TJwmFH5Hu/qRl4FrnaNPQZWIDZH/KF7FV66EcVGfyIde2tCqL05UDK+zRPEN6uEhkcaGnC2g8dnhc9ViPG9MXO/aarqZWVdZWzDBiGA4nrsIiDzwOJgI+Pq3bUTEmMnA8FzlaxGvNwYrU5AJolGeKQAOLuwCoUeQRTjkxwH6fY+KCVzIMsKBMQAivvrK8bi0BSIKBwQg36gebw5CRmSjAy8phbqJx4EjCTCYM9eGGzeBhwKQcKhJhCkCLCEApHqRmAiARSmoHAlnQMbPRkvUSrhOKzON8PLQ6/CUEpD4Y4AfkVA8TxAwE+hUXxfGFAs4YAJDfrI4PFkasUPxBMM6D9bRyqG3jMOK/BXvKqCf8i42S5OZa58j87Dbf4IFIKI6HrYq8BJY3g7PYHEpqIm6Hycl00ikcHCgxuN4VwG/D0WIywI+N6VMAM9B69qMCxNx3zh8nR+xj3bMzufapCDr39n9nFbLrrtlczb61Pdf3tlW9ErAPPZ4nMjEO7C1bzL26ebJe2I4nCKKqayQCH/Gi/fyWG8jdqBTG4Y8C7xeFUj2CxZGbVxbgIv4K3JOjJwBiKBGPh8yJBZAQZaOyvZjzhTkEHGLCt4D0QUfFKwklSEMxb9kRgEItF9X2vqgOYoSA50QTmfg2TrHlDkKESrxqNrR5BAKMCjJwaqq4HC640oNtCK+Up2khQJA9MkQ2tgA2TcNmSoJqhlFQjWgKKqQymHU8XRa0b2r6P3gg1aEhgIhXgY1+SHoJ+GSBCFDUGyUvWJQn+wy4/nE3AyFM5kZJAyYI+CxysRyLjxY1hUymhMx8KIr+26FMg+CnlB+5ZCcWYl3nWJx30cpmBvA4sD7ouBl0VxZSi8YoJ7Y4iyKCplUSrt6OFPn3/na4vuf6TvgRX7+lYgVSAWVX5SHp8lPjcCcfOvDyesFn68lsrPcGjHN9zdAfpwBoxsHkTkulvICnClJwanOTsGZIuDld2OcgiJAcmj43g7M43cfWS3ZWSUKPzAw6PfH6h00RLRMFk3fTRoSHB4Uqw0taWQuNAj5eVxQhb2VorpNFgl5J+jkTwcrYNgrL6yHZsLSqBEFRAZH/o+VHHtcQ4D7gHBCj7QAhw8n10BW7IboJjigHTQa9H2TRbKAeStSDSIClPZSYlrawo88gGQkeNEL7x3AycnsQKNXi/ef+mCaaK/KJ7A7fxwnR0cXuDeF7g5cWU/ChIJmkMGjkIFhseTsviXAYmOQkAkinuSIs8DnSMJ+zwXPOlZqb2B4yx0T7wCgq+xr9wcBSRuu8dKEDOUsDpUKO947cVnduJqMyN44vDZBP3GfD5ARkHAa4XIwCN/uU+F0im5ZC+pWWXQB7NQN3MGMgoGelB4gSwPVMWFgXQXaOUS2MinFqQQjJv+Rcjn0pBOJaEwOATJ3k6Ijm2AeKwG0i2tUB+IQPTgyWAibyJA+4FD3gku1gLY8DQNHNUEU9Uqx0gHj8BKJREKG6RmFFDIgTwZ5HFYuKS+wEMqNwQM2EjAikCEJdjp74RXO1fB9p0D+JIo9MHLmSR6OjJiNJrj9n7BMN46jbdK43wDu7KXwjZx3YV9rwWLFO5cLokWGDoB2QwBhSIuPIv3RmCBwDFB5bNCz3EgEsarNii8QI+xAs5lQPeiJCSS+Hl6Jdyg0XkCj4QBiUuldR96y3ifhiC5IIpIGND3LoEEA/3hszwoWS4ZMKRruW3bHkGigNTE47PM58aDWIT+3HzCmSSpl8Zl0skjSp29pGPqKN4mQQiHkR+NaxSUgEIueYnQkVEgA9PK0LNjC+iZFHKrlcpcgq6i0R/50aHxdeCLBMHOIze/pENDVS1QgSAUcOdvswyGbVa8CAeNkbh4C6B4HkPTHBpVJWxZQKHRl8I7JSMSCkFkNMojb8PhgJIlFAYgD0JT0fcKpMN52EKug3SuDzQkNEg5gFMAhUboMhxyRpAQGEgNcnnk+aT1yhZpHd0PiwFOW7ZxijR6HTgNGltwKITDAqqysoJDIRl5BXjuolKiH10eV3rCeQu+ALoPEiEcRgTCNESDVegxCfoH8hUREVAsgucycOVuPJVDUHhCEocg6Ll+HngFV+8WwMfJwKssUB3o3KIu5S319dIoNrNpoDxc+VA8PrN8bjwIDPrFp8s/e3ZB766tN/Rt3xUxKv0jShCbMgWURBVolAoqGs1x9epyqVTZlp3u7aoUk43W1ULN1MOgbJTRaGtBZjiFXPkydDXvhRgXgAkTp8BAMQMZFHpomgmapYFfCULYH4VEuBbC4WglkUnA4oCg8eiKY33kvuMaB3gSE/fKwGuOalkHZERAIU8gFS/DFv8maBncCb2tw9DRm0aGiEIFRUQuvgmFnF5ZxsR5B3gUx5OOuIzbPkN3kKdBAG5mY1tIjND9Gmr3zRcUyihgIG0oFdGJ6N54daNSvj5bKVlZyaQMRm1k6ACKjO7nY6G/h4LebhVY3oVAELfNw7U/kagggVCRmOJ92BzyNGQ/hcQlAKTNgo3uTWSQx9JVhlLOxLoI1T6+nCPNPa7hPKvI4k4lEG85JNKQPWvp0g5vb8Vni8+NB4G5+eabXXPdTjM30HeaVsj5NWQNtCiDf1Q9yGIYhRO4V2YBuf4cMigb3LIFPjS0Nk6aAuOPPBwiTfUVr8EdVKHYNQCZvj4I8H6oq6pxTYnX2rt2I1OxaBeNzoatIqHIQ8/QDqhtqAW5RoFAQwzi8VEgyCiwJ03ksqORm8CbwdEfAhkbjQyKsqGs53FTYFeNkm5nrJNIsv2QzSJvpjeLxGNfmXlFDqLra5X05UppNgaXbUNiQyOhQMM5nk7AmQe4g7ahk1BbH4FIFQphLAN5OYBCJQOCEQHw1vDK8id6riCjsAXpF4fECzkuIMtIJCJ40haFJioPw0NlFDqg8AhXi2LxrlMaiRISCAt9bjoOWwAEF4kT+qqlADJtKgx0oNfYj14zep1lw4GAIADluoyqm3H0gR+h8NTJlE2cbrrWtN3vrAzcuuCK3si0ZeqaNejle3zq+Vx5EJj83U8fmWvteSTV0jwKysgl9oeBD+PSdDRo5SJy11NgIANRc2mw8kgskMtcM7kJao6dDXJVdcVd17rS0LbsLUstqRTHKBlLL2uWj16jE8OW7OPPohMxoJDBFPU25KGkgMii0V4IQMOEqRAIjLatokvYyaILZoFicGYmitFxMxu8zKq6JTAKWTTa6oM9dWmnLbg7oaHRubMlAxve2YYMvjLpD1WJapBkGfbu2oVGbLxDEv2w0P9wIhTOa8K7ME3kHBTyOA8CvYc6f8WzUNUsEh8SSiUHHd+3DEoQJpAUXrHBcxGVotrAs8gT8LkQqxJA4kPQ362DicQFr3zgDVmV+RX8Pa5DASgcw/OumgNhigeF4sBE3kIup4LOkBDBcxAWASUkRLUofMI7VrHIiegzD/i4yuviJAakxkCRY6nndbfYTPkI00+Euy2DbmuYoew9ecHSYfT+0Dvbh+uegQavM9Brn//eMY///3zuBMJ9qiOR27nhXlszjmZdWnZlASzcCRtZVaa9FSjk8hs8BflkNxDIF+ciAYhOHWtFTzhUZfwy6fo52SkZW9JrNnXpu5NvCLrYj2L5Tn7S5I4tu+4dp8ih7xAy80VaGohZ/j2SReRB2+oDau8E8I9vLAaPHLW+MEy1BvrYetFlZim8ECkZWqWaVUEvgEWUQSvm1DK4f+yalvEPm/3fzGWK/NZNHdC8q7kiBLj+Ql1dPfCCDD2dnZW5EwGFAfiHhUdx/BUnKOEdlvkcCUoQF5ZlIYe8ENyROxKqQs/BBWKLUCzmkVeAS78h4UNhh1pC3gT6DHx+F3kOFPJUFDuf9lFJ5D3gZV5wcOKUhYRGqwgRzo3AdRvwPgsaeUACzwGXB2CH8aSsAxkHiQ8SqgDNQB49NxYQkSdhgITuj3tiKCHkQdmUw4bYHB1mt8oMeYSABE9hWRpKlFlmy4NVjdLu8CjxXV+j8BqEuJ4449N5f3WiY/Ow0jy4cUfD3K/2zmtc5CVYfQJ8/gRitUvrbevGOVr5dtpwDncHh5UCGhkBhRW9y1dAYEIjmD4e8oNdlX4UZFgGIRrYET9t7m+5iK9kC1zOZckBtX+4NdAwLTNy2X0gn/6xe48MNIqHiOXS+rMtyH6HDZQmyVYcyn8bjcQmlneqqdu2jB28/2zjYtrOZG5yLf3kglogHNftdR1yu+0a+ZI9nHdLzGNtXx4+LjM08KO+rv7g3uZB2NvSUvmJYKOMxuPQOHoMdLZ2QWp4EIUnf98/gcQBeT2ua0GpQEC57FTEAb9FBwwIBAWIRqqQ18JCJlOAnq5hqKpFnhTnIAFBHkwJT1pSEIm64Avyuxky3JkepuehiIvFZeIMXUUigDtemUiAcKs95FPgnAlGQAJBA26IbOGM0V70N2nCYLEMEYqFCMuisEsHXHIug4QX74ileRrkMAeCSTnV8fArtOLuZTjqKEbmOB8rZyySclKQivARNywESZKLOCRBOOmoT9gTqPXHWUspcKLwLukXd9skt42l3R5ZZodb/b78PGLRPlfL43+Uz51AYNzFi6lyPjabUt1zGd240ACbzLZ1Qh6N0OKEJnCREeW7mkGIKeD4WCgT+b9MWXjLd/BzP+ok2uqF5/DDof6ZTLDrJCYXOwqS/pmSGRuWDN8aUOGBtmT32jNOvDCSySanFU2VEsOBZiNrpaqv/na64+Y/s42LztPeWHvbwtbWLVf29vYE2vf2QbJ3EBdXgRKK5+O1VVBTMwry6TJ04+a+5QJ6bfsyPfFfE43QpomzGZFqIRdfVU3kKRAoLGHBpyCPhqTRORYkh/KVTMe6RhfyyCvQCiyIAoPO4ZDhM2/G4pO/097Rs5Qknam4Kzreyo7zHfCcBVYj3AcVbwVnWCSm6NeF5Wj0bxsEJJ35LUkYyCB3AolInOWQsOHtZCgUwT1UkYfDyTwIDBIJEydwiQWlVikEIj5TV4g/zT7sC/e5/RFzg7LLbyU7qzW3OJ0gymMpVp8oiMRoQSHHxFiFcJSyKviEvMwHh2WxqkMIKM08xb9FCNL2Wt8PO9HPC71gj/8pPpcC8XdKv19xMGPTVzC2e5Y+WIDsUL/rb6wlCloeSoN7gAwyQAX9PQU9+d8Tf7Ro6cjTDogN7n1M6s+v3KSWSuzsyV+93XyzxBgKlR7SNPbI668vYLEi5v/7OHr1az+/vKuz+dbu/ma+uzPbbJXLAkm59XjjFoNG4lhVPehFG7q7kReRSiNDdCrLlbhYDW61i5cqsZwVCqVKxWi80Urx+SEYiCDRQB58IQ+Z/HBlTiISpSEUkZAXgQSDEJCx61AqkstNPXaFHCcuYyjqCtvEG79QOIHCBhzq4HqTuFcono/ASWS4VByuJYk7e1sZA/JrumA4hcIY5G34KCwg+1LA8WoKhV6bJHHgZ3jwuQxYPgLICBIXxeln/WyLUhNc5fdFnhNYou+cy5/F7ddh4cIzWIATyXHjVtSltPbDwjY/QaOzh5lE/uCo4pdFKYSUyTFEgerleWYXTQnLfIH4djNvtU+ceMkwQRyMlMnj/yWfa4HAmE+8dYzaX/g14zA8ydHtyA3vdGiryS70jzPAICzdvirxg+8+OXL6AbN04VdEVTPvcPni1m8tevPukcMfiVdeW/Sjjo7mH3R1dVrpVOl2jgs2Z7IDlyM/OxoOB5EYCKPSg3kYGOyHwf4hwLs3eQGHCGGIxBoqqxN4F2Y6NQiFYhK5/zbwKJSqqqobEY0iGtXLkM9ZUMi50NhYW5nPIECrtNajydC2sDz6awUi9Utk2l/Dy5l4UhIXoMUTojjnAYcV+/4yyHNAHgxJAoVCELuzCIOr9qLzSBgolkDB/TgrW8tRmIJTvZEH4kcCE8RzQCIJfEIEoSGcT2UHbw+IRCIQDtaKstBoEWY/JTKPkYS4waHVwWuvfXto5OOpcP+zJ1eX+3snRyR5Oi3wMwzaHstxZj164yH0y6siTwn9hV2+gPA2yxB7KR5aqqKRTjvcmGokvHmL/5TPvUA497+hlIvWBDEY8peE8nYpGssW+1v9TGFgplvMHoG84rvl6y4bGDn9gHlmwTkBncye+43br/w9Qcz7yL+QLvLbV71y44Kunj23Dw1md/NM/alXXvnAnhtuOL6elim3sX7M0b097TflMtnRfb09MFAJPwiIJFwkAlWQSIxFxspUtphncwNQRJ6C4+ooNOAgGkmAYeowNIhb3LmglWzII68E3H25ETV1AgQCgqsoiZ/dfvumhd///leOS+eGfuc6bh3DshQOT3AtjMovBxIF/JXGWzdxDgayRpOwwNmWhczaHqCQQuV1HXIoHHHxegcuTIN0C6eI+zkKJBTC+eMK2EH0XIlWaZl7QSjRCy3FtoN+6lSNMo9Ewj2OolzRdt09rmlupUhqD8MTraQQbU8cNqbrvHkPvfe5PvW3S2MiXQiWSumJZcs8BolpA0XZDRxPhzgWeIq2TcpheiiK3omErk9UyHd9QXGHZUDG4Ij8QQlvq/mB8LkXCMzqhavpeYvm/cOklrtwIbuxuto9+JJL/iO3FBk6/gzRgHvgFZCeee6yRYOpjh+l09qSpvo7zpw/f8p78fQ99186PpXqeLBUMA/rRwLR29WDbNWp5DE4Ngdjx82oVNHGxWBLpRSopUJlbqCsl6AqkQCaYiGdwZ3Jy5Wl21yuVEm59gdFqK7jQJL5nOyrPvuWH721FL0H6vqbjj9elnzXaYb6RVzK33SsSlIW9iQw+AtN7qs1WRzKQmFtL5RahkFAVllG4pBGYUYRiRWFvheRuODkrjASh/pwAJgwA0WuCCphQyAWwqsi73Aytz6uKG+2qX27JV8wAowx1TbsaaA7CeSkTAeB5FiK7aAZpg0Iu4Xi+LejYlV7SU2m5BiTPu+8NRXRQK+dXfbyOVEU+4wlnPwMgrLrCceZ7DrWDCR2AsvbDkWQJRQ29QHpdvE89SZFExtIRi+GqJq9jY0PZStv0OPf8r9CID6N4KzPxc9efGVXT+uPCYe54uorlj+AjBGH8BXuW3y9f6Btw2JDc748nMTt/1pBK7ootscNbhloqB8N0WhNZUkUJ3+Zhom+aqAbORSCKJVdpMOpARRqZKCslcBE5oSLyCRqRVxLshwMJR6Jjp35oyu//cDgyC1hyRM//+LAcMdpZlH9ynBxuI5EsYVru9gQRT2rEtm8Bun2JEQIBojmDPQV81BAusgTuFw/A4Wyit8X8jIYFAE4EK3igBSRBxImwEKehk9ioSZSA0WtUKmA7bDuQCDAbwqJ/peD9f4lp19wSPeCbz0cpRuIsT5amojk6ItIpaY7hFNNOqRAApmmXDMrCkwbI1DrTaKcI1kjxxNk+oLLd61An5+J7k++3X1zQO1ornVZt5HjqNHo5nMMs3AQ+niDAJYfCIuiKbef5riXDNf58bzpy3v2fQIe/4wnEJ8gv7ln7i8dl/imlg0dd9NNT+8eOVxh165nlcVL73na1J1jikUN+ro6IJdOAyuRkE3bUF9bDTW1o9GZyPiQ/0yjsMAwcHZnoTLK45Z/mooEw8rB0EAvCkVIEATBrKoTkPW6r4Uj8esX/WD92n132wdetNhzxZ3sW/Gd0/sL/VNcgnVz2UKk/92O47Ry6cienhyHLghBdC8JeQlFMMBGkoZL0NEoqCBRSKGpZSgaDrAECXVhGch6Fow4cq60IrC0BSHRBwLLAWOySDgEiNA05ClLdTh7i8DT6yRFeO64Qw9fV3/4b8r4Nf3hztNqSY6r0lSzpphKzaVcYyJNO3XooVqLMHmDyNJhnz8jMKG/FXLWepaNvlblD7acfMkfVPx8zOb+h6XS4FsS4bqjyqY6xbGL9eBYNRTBvdrTn1t59ukr/2Hew+P/4gnEJ8Tq1Qvp9vatd7EKdXo4FrjohLn3PzfyUIUHHrthdHvbO8+gsH6ajgKPbCYFyd6uSop3oUhANOSH0WPGInedrqw2kMggbRt3+zLRMQuJAVdJdirrWdCRaBTSZmd1XfzpYIycFAnV33XFfy99YeRWH8r8hsg3UXRxt1mywqDhfAwSVM2CSvs8hgTRR0K6YO/bc2JbuI9yZZm0jDwWulGG2Bg/CnsUoDkT+tP9KAyxkLQ4oPiUyt4Vn+wD3M2LxArlQj/yAlp4WXo9FKlanMwm2y+7bA3uS1Dh/l+erFh+MmblrFGOrU8ua/lGpDdj/ZJvpqqrIXC5DoIk9+hArCcYaUljY6jn1FP/VBh5+j/w1ltXCYePCJHHv8cTiE+QV1+/6rRgTPzjYKr1lvZte353ySUb35sP+cGPT5pu6vk1BEP5cW0HtVCGXGYYGHoA2tpt4BnkrtfWQjgWRwbLAouMFtkX2Cj4xwJRqRVB85VVC+RV4Nq8vxkzqen3iTjIelEZuOCCB5Mjt/pQLh4buxE47ha9oOG235Avl8GmqUondZz6TUoUsCKAXsL7RHBBGhpokagUtlE5B1zZhOraONSMCoEYYkEO0DCYHULvJ4mugUMPCYQAB6FgBAJSFRKJMli6iV4/2Wzp5R0uWK/6uNGvTIzW9h506h35f57v+fUfvx6S7NJoy1CnEJb7ZYqkvqAbbpx0qT6Soe6e++XDfjtlyiIvX+Jj4AnEJ8isWbPEn90xbbFDmHtOOPLRq0YOV7jsmiOPAbf8tKTIilo0UYhgQjFbBIrMQg7nN6SRq+/3Q11jIyhKGIUYSBHckapTSCAcEhsYXomo7AAt6CZxyq9+vmI1Gp2RfX20ZDDMr46dJmVJ85aioV5JWELOsUyRtHUGeIACCieGuzXIImGAAFEJf3Catqm5kAgKle3nSUsHFXkHskyCgh4PoNc8uikBwYQMcoiGkpmBdLZsmHbZMjSV4jmK41keAmICfH6xsmkMhU8ZmQ+0jW2s2WMTxjKZV9bUQChJjlugj7zM91i9+gy5v6swtqySM8F2JhmOsyVc5X9i/vwnPYH4GHgC8Qly+eXHc2PHcrNHTQidEJHrbzv88EX7evQjfv7jL88qWOaLFMPG9LK9r/GOVoY8GnldWkPfIzFAcTzujZGoaaqscBA4wxHX3kTjK95ghbdn45wGIKgkzfNn/eCaxX8bufwBccu5M/6QymSPE+noMjOnnqIlMzUO70KJ1Cu1InLDNnQk9UqiVihMAnIowMU7PyMc5FgHUjlAomGAKDhQWy1UdqlKchiaxlVDbZ0f6hubWvmA8vi72zYVVC1zcn64v9G1iWpcLxR3UI/EIxAJ1+CJUJMX+PZETWKrxLObTd14Swe9a/O6lr6rr177L6HC6sXflefNv+e98MTjwPEE4hPmV3cf1hCPBsZMG/+ldQcddO17a/RnXlR1CJjwMMP4JuBkJFzIZmgwWZmQlCQGufQu5NMuyGIA4lU1FSFgaRqi8RjgLEqcB+E4JvAiD7ZNqaLkP+6aKx98Y+TyH5mlSy8Wt655+7aOPf1jGqZOXaR1ZG9JtSfnZZM50H0uxCMKlAs6DA8bUEw5YCLBmDBVhHLJAi7BARVloYRMtL8nD4WcCaEAgOwDUIIUFHNoUDfZTNP4JjcaDa+ra6h97fDTvrKquXlTeKB994JcPjOjrOarcKnAXCmP7oM0wDWgrqbeSsSrzFgsOhiOKK2U46xVi9abkYbQ7j5yb98JY18yDsRL8vhgPIH4FLB69Vx63rw1/5Cn4ThJ5ezzp/2ppKpfx6UdKZtCIy86Bf3EKJIADo3WFIfc/DSJREIA07LRqKxAbW09JBK1UEYjNs6R4EUOaFbs9Sk1F//XRb96ceTyHxkcktx85dSHensHJ0yuGX0Ow/CP7tk5MHNgqB+YkAvVdRHo7sqCbFGgZl0Y7NfBlABqJ+H6FwDhOhGKJRMKGRNoWoT2PUOVbmH1TTxwnNPL8OyD/X1aJ+NY1ymKFOR4+hme51acMP+MHoWV6/sGmr9m2toXkOBV5wo5yKs5yOWSkB8uQTisQFVVEESS1xQqVIg2RFIsx77OgtRqqm5fMDHqramHXNeK5z4JXHHH44BBzqDHJ81DD3X+S5JV9SyRtoy0X9OLRyErZbEA4D6iGFx9ulJVCqc2uw4Yul7Jh8gWMsjN50FRAjbLciRJ0ui4iUMMdBr59IrlG/dULnAAhELruGKmMDeTLzeFG2rSZSjNLlpavDCEu6M7wIcovNgJpEwD4yfB9FkwUHDBpPeVsovGGaA5BvSyijydQKWeJW7+M9RrAIvco1BYNOtGiW+wvPQCEp8BktAvyeeyx7bs3Fzf0b7TESR2/ejRk7dxOhwu0jwTj8WJWE3EjdVUmwWtkBoY7ufT+TRbKKuSDVZEUMRZyOOaWy6VT8nnh2adf9aUxraWGaWHH9/SO/KWPA4ATyA+pSx7fI05a3aMpwmqgWbIJrzLksFdbNA46CBhwMuauN4m+h/yKEj0GM5yJMA2jUJ1VVMLw7EERdESnrt0HFuTxfBbLyxbuxl3Qz8Qli/fax81p/ooU7WOTdRVVeX03CzVtUE1XEhlihD1SVDSDYgHo0XHtDMFQ5P9CVyDwwG9aCAPgoNorQK4JSDOyyApB6qr/RVPyCiVgLH1esq2jnFtfdOoqU0rJk6Yti7gxzu77K8Xi/l5A8m+6bl0xwyZMQMRH8+wpIA3gRFV0XgHCjM2+8LVK12GyKlmIZHM9ZPZci9ZsnIU8C4lynwDx9oxijNaF557yK47H9ryD16ax4fjCcSnmHVv9ncdf9I0BllTAilDLa4BUWmIg4wL+8u4EzfudYEb3GCxwG39wbVXVNXU/iQYjKRQmHGw61IMSRLIspi1c2Z/9YDnIDBHHV116lA6PUYUxL1IgBpK6RLt9/ttIme5Ms2SkaAP3Zboyen6rcmh/OyAnxfjilwibFNv69O4pikBUPws0BQSiaINw8N5mDK9rhIqBWWGVCRK5FlhztBw9+xcKfXAad855xWCZFtwA1QkcDNKaimeTnYzw+lhyOSyyPOggedZP+U4TWMaJrw5bvLMBzLp1NOi4OsyLNKXTCXlZLaHKRnDRE4bxv3Yewb8VRu/cPqRzvLH1v/bnbUe/x5PID7lzD/94L2MKO7V1HIN0oIIQTpcZfcHRVYCa+w94IK0eAu2JPm2N42dcP3NP3jltXMvPHpIVcumC+QEhuYFgrBSJ50wdfVLL209oMQg13W4N1/785yhZGp2pHbyzQZROLRQ0hXO9W8SBDKUsYosyCjMYd09LMk86RR0lco7h9VW1/+RCsPOomaGSgUtGKsRwR+UwC9HIDOUQyFHERrG1MG4seNBt1Rk9KwgyXS9pulz3l7/cjhX0p+YNH3qcp6jOmkUl1B8qLZYduiduzshlS5BuWSSNEk7PGvtnDXjoj8eOuOa5hXLel+54LKT1nGcvJ2jZSqXUyPpXKY2ncnMyvTvPYw1+6uvuv6k5E8euKN456KHPG/iI+AJxKecF1/caaxa3tz+zrtPvSPIss/QjShJkSxNEgyulE1SFrAsawsiQYqi9OK40Yfdt2zZRmfS+GNSN1w3afX6d4dMx7Zk2zJj46K1D//l6Tc+8o5TDApJ7EMOkU/TNM1nmcbbFE9+qWuwj4/V1t3pWhZRMrXxFgpjaJGS4tPH/ITMmoLqGl/oHcxs+sEz11/Ttbt9eLA/O4ZmISr7WMIX9EM0EAEO8uCisEgJBJxYtLazo6e/hafJWp7lEixHHG7ohYN37douawPBZY1ThZfQey2xHOv3h6Uq7ETt3dMNyYE0ube5befy536fefQXC9O/fWSV/vRftgy8+HTruz+69YpXXZt8SxL8bY7rVKMQZoZmqkcODHXO7t7x6qgF5x4lnvOtqdKZVxxqPPrAJi+b8gPAY5HHZ4SnV94Q3r5hc305b07MZDqOoBgibTkaqQSCnOPagXC4ZtVNV698YuT0CnfeeTnni4mJ4YGO2xmGvX3Bfy9YdyCFVdpXL+QfW73sJ3tbW4/uHMjfNn3muEXFYi5imso1h84cE1/14js/BHD4YLXSW9UUPZdIst0DA53vdPXk1vV3FL+3rR22XXJ5/SReoH9dXQ1fSNQ0SAwEwS0bMJRM4v4e7kFTJ65r7+xasWPjriq/Il5IEjrJBUVQrZJdNvU1+ZTx/ElzfvZUUVgxajjVexU4MNvU9RqtYMFAb8rSSoXueCzxuhQMrZl7zNdXfeELN3SNvHy8CkM+8eJpTSU1P72k5b6RzyePpXTN9pkiISvRYc1vt/FB7o9Wmn9nzkH/1T9lynwvoep9eALxGeW++y5misU0ffXVS8rYCO5fenL0olOex5uO/u1y3h13XBBnFHbC5ElThubOmbSHIP5x+/v+uOnayXcNDfXNGcyQdzSMid6rlrOKplNnnXri4cbGdbsf3rKhlatqjFnR2vCJo0ITunY3b3g2myvVtO7uv90s2Lev3wv5n/70sCnhKuc4zcxeLyqJkE/2U+mhMuTTKfBLQuGIg8e8+uTTG9F90l9lKPNUycfV+SQRCL8N2bSVJl3l92ax8f65X04Mtne3H2k5matFhp2u60ZcLehIKLJOqZA3q6prlvG89MzkiXPWfu1bd7WOvIUKK9fdEB5KbZji6rkvWUn7W2WTbizzRVpX9YKjuWt4vvbG/PBrOxYtQhLkUcELMT6j4DBixYqdFSNHYYD7/BMt+y2Esnz5ptIpJ13Ud/oplyYJovEjT9S57kL6zTV7T8xnM0pZN/p8YXYazTByLlVce+xpJ7ze19F3om1BOJ8tliPhxKYbjr951cqNT15Ekk6dYVuKTkBXd6/d/MorPUPPP9ezfu3muzoBLEozi5NqaxorbQ8ZiudQCBQ6ZGo1XZQb79y1pdlJZgpVetkI8AxJ+n2S4LC5WYbTr+3eubv5J4u2vnvy/INWSbz8rmWbUiQW8ouKoPh8Eq0Wy+MHeruOS6UGph57TBN/8QVHG089u6Wy7+SR+98oP/1YW+cvHr/+3WRzbpvNcB1AuX7TcCy1ZLVmc9nVP/tJ1usG9j48D8LjQ/n+NeN/0dfb/9VgIvacGKSvUosaP9Cfv/H4w49au3NP830s6xvb1tzhlorm96654sKHXlz53F8ohj2+ZW8XpHP53wXCkV8vWTLYPnI5eOjxCeO6h/OXVsUaTxozavK4fJoFVR2EGE8O+fx1tyxf3bLlnXderi5my1dXJbipY0bFuVitAAbpDGRyhT9TrPzrRde0VAz5d7/7ch0rc4dYavF8UeKOJG3dn0mmoW1vUStqWSMcCr4TDlf9NRKtWnveJU82E/9U5PbZl88cP5zMxDPpnt3Xfnert+37n/A8CI8PZd5R4fNsFw4XA8xBgggSQXBuvlBc05SIWMnswHGmo/llIWi27O1Nr3zLXBaLpY6lWX6SJPt35TOZWY2jxr+8dn1vx8jl4Jklw2nOPeLtNzavJmiWGKfb6YDrUFDURa6ta29DLrOn9og5DR0te9RXNQ3q87lCXSQgEpGIKIsKXQ1kuf7878zcvWRJR3b27Nbc88+27Pra1w7e7LrUUFkrJwjaGaaZ0IW5fLbdsspj0unUt9VC9pjdO5aGzjprtnvP7xcat932ZGWPxhMPb0stXbKnc+ULg14pun8DOfLVw+Pf4rrbWYLkhm1L5yXJCSqyRJIE+s8l4pNnf+kFw84nTbfoyAGXrW2ITill3zmd4+QMemYPL7DLWI7b27Jj+6kjl6uA057nzFmebwpNfcIqkSuyuZTp80ugG2V65+72cZzCfk3wR7657KXUMp4L3lwoUY+s3djntO7qB85lRysid4FKd1z+x6XxSSOXhAsuWLLzvPOevpXj/d+iGefwG3/02ot/+NPALVV1oy92SPr2bCGX2rFry7UbN7798DNPP/rdh/5y1sGu6+xrpOrxgXghhseHcvWVox7Q9ML5kVoOeD4EZZWCoYHkfffe3XvFpQuCF7uWfceU8ZOpvc1D0N2RXVZdGxwdjvnpSCh+/o6duy8a6E3OKuvlK1a8Yq8eueR7/OHeo8/MG0M3kII6pWn0RHjtlR2AGxEbutR21FGz7xUi9APPP/qWuHvXrl9XRZkT62oVZfzkCMgx0nHZ/B1SWPjTKYfu2jFyuQ/ktp8dPa61c8d5hGuf7Lh2gmbJ/skTDnowUhV5+fSvn91KEifmR071eB+eB+GxX/72t19JkiRbYBMux9LAUmyl3kTZUMPoYWvC1IbtFO3sKRt5qG+oBVFxTrRsY7xrQ0T0RXSgpMWyT6n1yfI5Z5wR9O+76nsQuzb0v6SmuTdLw3S2r7cT6sZwcPgR0yGXy45et37j2dve2Xvu73+/Wa8V6y+W/FUPNrdk+3duTUKmXydJkzmHVPUfvdEyeYzrLtzv7/I1N77cEqu6ZOGkaVPmiwL5exfMzO49Wy57a82r9/7m9kX/9dRTF83MZpcFR073GMGbg/DYL488ssJ5ZcVdJ9pO+eBQNFRgScnRtDJjmO6WyRNnLtuy/SnNsJ3jgbTqfXI1QRFCuVgc4DiGVnne/+ItP3tt+eTx3CykJYdJrDm4ebu5ZeTSFd7elNTe+mJNytLok0XB59cdFThRrzQVNlQ70t2WntDc9lLulCu+1FwcKL06ONC3ZyiVP0kvEbTAE6LAcY0kuE1tubbND98zkNrfVpM1a9bYL77Ykfzmt6vfqK+f/EKprGtlTavO57Nf7Otpnbdj56bo/PmHty9btjM38pT/9XgehMd+6ej4M8OJBEfiJjqs0CLJoecZlnMNQ/MtXfpL9oYFe3sIYNbqmkWwPKlNm3rYUoXnB/2iKTHO7pl33nknFwxV/9I2bcly7GOuuFSaMnLpCijGdROhSbts030iP2wAa8QhOdgPLpWG2kaTmjiBbOjv7L9i1eK1l46Z3cQ/9Wxxic+vXKPqsHfzhiEYaAWxnKFOMYeoMzf2fQt7NR/KggV79QsvXNX3tVPn3TFjxhfPkpTA3aZdLiWTvaOGhoa9sPt9eALhsV9GjQqTFlg27szP8fQ2inSTQDo6yzDqtMRXHFzLoioSaSHAyJbNcoGWQ83TZhyxleGBLxTLpxXTd4wvaNN3M6z4kKYSJ8XiY2du376QHbl8hXOvfCjn8vRDalnfrOaLoGf9INIJKKlZjeaSRCieHW/Zg2e+saz50pL7dOzxx7P3iL6669JZZ+WOnX3QsrVo5QadUN9G5b1K1h+Fgw/+g3nBBUuSXzhi9J9qakadF6s76Cex2Ni+kYc9EJ5AeOyXHaBZjutGgeRskgi9ywvht3hRKRAUyax99wmmUuiGIlqBEk1wi9EJk0ZvleVIWhRj0NHZN6p3MHPEI488qpICrHYJomvr5j2n/HMBWbyqEaXC3RRBP0QAYeGStOU8uV6ggr+yGbKZEZMg+YfGA9F75k1X33rlMyuumnrPXRue9/uVnw+ntba+3jz97rqOSX3dbx6Ps0pHLvuROfHE5fr112/q+/73Xmi75JI/eP0934cnEB77JfnsCyIPDi6aqxMM9S7HEUWtXMxajskde/jRlaKxUybOyHM0mS4V825399aD8mqql2VDNnLdY6Zhzrl/8QXBYtF9IxiJve4S7he/eZpwWuXi72PBouV5kRe7ULiSIRzJcHRy05G+hbdQEvl9YK2neLEM4arkqEKh9/y1r7353ceXXDDtoYfuWdswetzNallxiiV9bl9P7qoH7z3sfNddzY9c1uM/xBMIj/1y1KlXmRxp+xWOzuTTdNHWiCESSIMhKOfhVQ8r+BzHpYshXzVvWSoxnN5DmW7OzanDVChU6/IczO7ctqZh6dJUwSGM53lJzJmu+90zLv6XFQ0IJGKv6loBhTAuC6QwMGX+fKOK6X9ekuO3GKa7Tg4aRFVDIdLb1T6/efvea5954a1RF1749dejYd9vZckPPf3JI3sGen9+770Lzlu58iv1I5f1+A/wBMJjv+xY/4yiiFEUUdBaOT88FIpX0QRBuoZl+o84YlbFHWdFQWI5ruQ6DK4ZOZ1hyHYHnGGSBAIcqkorDp+Jz/vTn/pXsCT7KkPTE+iM/l/42Pu58MInM5TEXmWY5TU2ob9+553Hc/Png82UjttBU/wCw7ba/GHbDkTUUEf3npPWrH771r39u8Z/aV7T3S5JX+461CupTCnS0zV4a29v+rrHHz9u1MilPT4mnkB47JdIZKZrGKyla64dCEx186WMrBuqRDO03jlQrOQNiJov7feFApJEgaqmWTEgCyW9YAdC9cBxQsCy4LCf/Hz2l/C5IR99jwuOTVEw5/zLxRn42N/Blai///2NK0VZ/7pfct9csGB5JYTB8wLXXppex3LkjSRHtNeNQb+2VMbX3d117DNPbr4sQ5Pjf/2brrvHTpn8A11nHstly6XtW/Ze0t3Z/uDzz3/ruL/+9etC5QYeB4wnEB77ZXfrOyGOkxocm2Q6OzcqFK2DX+I4nnTDMb9cKT7To7X7TKes+oUIFPLZaY7rcjRNp9Ry1ojHx+RM3TrY1osJfO6JTfPa6oTQYw2u76h6ofqgxYvP+IcVDSwS11zTMvz37t3v55rztb9yZPhWXqDemDqTBlEscR17B4/b/Hbq3BWvXzXnxuveeTueqL9GVMRf5nNa+1B/8qh33n71zmJx4KSRS3gcIJ5AeOwXUdFmOYQdV8saHw7H2FLRjOoll6cJ3vb54vv2MnB0GnkVtuXgZj4EFIqFSbjKvOXCsyRNr5Rk0SnmO7+GT5131UPZOjGyfhQbTk8pBL5V2117QMl6KUl8qKgSd/EStadpkgvhqMG88eqmE7a823z9Uy/998ybb14/OHXq1D8k6hIXuwT1TCqpb2lr1voWLpxLj1zC4wDwBMLjA8HNbfsH2+aSBMgiL3O53FA1LRsDQpARHNL2t/ftqRRWyeWTkulaukD6cVXtuGPq08Oh6jFqIRdJ1E36GThEN0FQR1x/vXw6Pt+q4l9nJ8ovs2Pg2JT4xnfwsY/Kovk7DZ5LrNJKxCIpaKmN4wjwBVT59VfWzXt11YofPv7CMcfxMwPmokXNrwbC8QWCP3HjT2/d8PaiRf/Yd8Tjo+EJhMcHEpkzyjFcTWMFF8rFLM/TjGFpwijNcDmLNLRRY6dWNjjFZH/RtawyUDb4/VHI5nrGuC4z4Nj8W7WBuh5B9P1ZLVoB1hVP/MX1s/xXL1qbFqu4l8p+Eg3w2Ttuv33M5MoNPyJXX7QzbWTs5QRF/jQYd0vjJjFgWkV/R2vyS2+80n1xRKueh8/74Q93dN922w5cVerfVtny+HA8gfD4QMaRCwzNVmnTYkCQfWZRzU4sDA8EOIYjaVZ0WlrXyfi8wf5h2mUopaSZoJsmqIZaohXt/h//bO0Pv3jiTcmqmjGbFSmQLKvm1HnHnFtx9TNCaHtXprS9L6eKg0OZBfjYgXDjjYWUS1fdz/Hko8Eo5JomOmBqutLTMXTC1g1tp7+x8caDR071+A/wBMJjf7g8y21hKRqMYkkkTL0sSYFqlqXAJkypYVxtpciKEBBYhqNzSjwAsdhoKBeIcC6byf89q5EH5V1eDG0yLfOQx576/lH4WCDCDDJ83SPJFGRMnT7kuuvqD8fHD4RrzmobjkelW4Nh38uROJmuH42TMkn+3Y3rv/nOmxuvenDxGVUjp3p8TDyB8NgvLllyDFvNsByrG3axydSM0WpZx30sMtn+TACfQ4mKY5mlhGEZW13XaYlEFCgU+s9cvPgMDj9+3mVPDrgEscwl2TRB0t/7xS9m+ecf+2QuEZ+4JuCvWgI2OYGwiUOvumrOAS1HIjVwzvzKUJss+n4sysKz/oht+QMUkI6pDKU6GCtn1oyc6vEx8QTC4wPBjXslSeljeck0bVsW2cA0npNGsywNumGIhE1XyrYxxZJP4pgSw6nL8sVyt6pZSFiYUclyV6WSFG6eO23y4esk0d/NslxDsVw8Fh//xjd+s1eQgqsoih42TfVkH6d/LIM++/Q9W+LVyhOxhPJyrKoMrsPcI4XZB5sunP4PW8s9DhxPIDw+EJyTUCiVSpalJXlWBJ5jj3dMfQqAAwzLaSTjq6RanzHUs8MxnIU+ovFOUZS2JRINuJlwlCTshqUbLhbxZiyrlOoLhwKreMau4e1SwHUXV5Y3BSGwmiKl5zmGPUrXh05cvXrhx1qOPPuU7pXVseolHMHvDkjmuh9cse2lecQib+XiP8QTCI/9Q7k5luMccG0wTZ3NaMWc61IFsM1AOt3O4FOISzaaF5694anTT390SNftdtN0WyRJKGZyPWen2pp9gDyIb1ywJGnYzEaHYPtKavmK3/zmFzH83AULliRpRlxeLFPbM4XCBa+++pePvYfCUactDiTGHh8IT3165JDHf4gnEB77hacl17ILGsdy4NhOV8hX/13TNR8Ex+KqI1X/MkLzfHCJKE08w9K0PxNAVOtG/zmAs6YQU6bPeRNcuhcFJfXFdO697MYFV9+1mgJ+K0vKDblB9Rwc2ow8dECcddZj+Wsve7tr0aI1ldDH4z/HEwiP/RKJVaskRZm8j4SCkS+HItVri6XOtyiGymQN7V+2VV9+4RN9F3373q08mA+XS0Y3EPzMF1/7ehQ/pmlaTpZDz9Ik+BkK6u+7b1ZlR2dnhNdC0cTjFEFQjmMd+r3vjZuGj39MvJyH/4d4AuGxX0zV1i1S0wjgQaaC4kDLUJggGMN19EhNPP6BTW+POOKUZp4NPKcViNbkcKaScTl//h9yilK9g2bkzkwmdRLHuRE8gXkwcbBZGwtsYXj6ry6Yc+1S8dCF58z1ajp8CvAEwmO/xOsSBZYS+imKgGwuzQKZl1iKp0mS7x3o7Y2MnPYvrFxZV6qPnXTrodPn3ilYoezIYRgzcdx6hlMyQDBNXe35uXgCEx8//7+f6yYJ/jnTgqTtmmfxYzITK0/w+ETxBMJjvxjDkzSb0YBlWYuhaX5nx5tTlWqeRQP/BJIWP7Ab1aJFi5yzzrorf9hhvx2cP//J93qBJg6amScJ4mWwLB9lG4f88a9zQiMPAe8PrXOBWWxZ7pyhgeQRixefUcnU9Pjk8ATCY7+Epjc5LgGdlEBQhKP5/Sw/hrXYiSLPZFRD+0AP4oM4KHF2iWECJgEcpDKlGZA2m0YeQqLy9lAwVv0OyyupYqH8nf7+4fjIQx6fEJ5AeOyXOjhMA7okkDShc7wC+awWr443Dbo2EbPM0sfKWYgEiG2WaoNjOtPSyfJB7y80e+RJx61gSLKTIdiZeza2HDNy2OMTwhMIjw+DUpiqNhJZbVEtgFq22nOFbNEl7BzJuOGPsyQZCYr5cNzfbJumYNn6yc/++VzfyEPQu7OxCC57h+O4r9mk/e7CuV4dh08STyA89gtBEFZJy1suuGnJJwItiJORYTebllkwypoPZ1uOnPqRWb87vzxSXf26IMolNa9P70ntmD/yEFxyySWmmfO9UCjZ56rtA9sWrfHqOHySeALhsV+w+z++7ui/yWziXVwiyi9Khgu8QZGQ9gkyjR4/4PaNuHiLRVO3xeoSb7u2VlsuFQ75y1+OqR55GO56bH3+sWfSPQ+tgX8pO+fx/xdPIDz2C/IQnEMPvaXLNe2nkRgU6xoiw9XRBENTnJwvZKPo8fdWKA6E7353dTMvcksExd+RTOb8us5WciU8Pl14AuHxoWARMAhTZASWIkipGKluUmzTSFAETW/ovU8cOe2AmXz52w/QjHA7yQZ/fu65LwyOHPb4FOEJhMeHgiciHdtiNE3lFH9dlmOUSbIUNHPp0uiDay45oH6Y72ceQViaG76XV+Zv+ThzGR7/83gC4fGhYOPlWa5cVT32yaGB3OvR8JTlWrE8zLO8tWrVT/+jXAU8H4GTqkb+6fEpwxMIjw8FexCjxk9cUlUz9ueXXvXwa5RlqYn49J+6Vu1jRx99Y2bkNA8Pj/+9/Gu+w333XVypB+Hh4eHh4eHh4eHh4eHh4eHh4eHh4eHh4eHh4eHh4eHh4eHh4eHh4eHh4eHh4eHh4eHh4eHh4eHh4eHh4eHh4eHh4eHh4eHh4eHh4eHh4eHh4eHh4eHh4eHh4eHh4eHh4eHh4eHh4eHh4eHh4eHh4eHh4eHh4eHh4eHh4eHh4eHh4eHh4eHh4eHh4eHh4eHh4eHh4eHh4eHh4eHh4eHh4eHh8SkH4P8AMWQH9Ogc/moAAAAASUVORK5CYII="/>
          <p:cNvSpPr>
            <a:spLocks noChangeAspect="1" noChangeArrowheads="1"/>
          </p:cNvSpPr>
          <p:nvPr/>
        </p:nvSpPr>
        <p:spPr bwMode="auto">
          <a:xfrm>
            <a:off x="3240088" y="1562894"/>
            <a:ext cx="309638" cy="3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2891" tIns="46446" rIns="92891" bIns="46446" numCol="1" anchor="t" anchorCtr="0" compatLnSpc="1"/>
          <a:lstStyle/>
          <a:p>
            <a:endParaRPr lang="en-IN" sz="1830" dirty="0"/>
          </a:p>
        </p:txBody>
      </p:sp>
      <p:sp>
        <p:nvSpPr>
          <p:cNvPr id="7" name="AutoShape 5" descr="data:image/png;base64,%20iVBORw0KGgoAAAANSUhEUgAAAQMAAAEECAYAAAAs1FFzAAAAAXNSR0IArs4c6QAAAARnQU1BAACxjwv8YQUAAAAJcEhZcwAADsMAAA7DAcdvqGQAAMbjSURBVHhe7L0HmGXZWR26Trw5p7qVq7o6h+nJo9FIMxqNsoRM0GAhRHqAwGCeCX5gMB418JBBBAtskEAEEWRLKCBQHs1Ik3P3dA7VlePNOZz81j499rP92Sjx/Dyj+4+uqvrWuSfsu//1r7X3v/+NkY1sZCMb2chGNrKRjWxkIxvZyEY2spGNbGQjG9nIRjaykY1sZCMb2chGNrKRjWxkIxvZyEY2spGNbGQjG9nIRjaykY1sZCMb2chGNrKRjWxkIxvZyEY2spGNbGQjG9nIRjaykY1sZCMb2chGNrKRjWxkIxvZyEY2spGNbGQjG9nIRjaykY1sZCMb2chGNrKRjWxkIxvZyEY2spGNbGQjG9nIRjaykY1sZCMb2chGNrKRjWxkIxvZyEY2spGNbGQjG9nIRjaykY1sZCMb2chGNrKRjezFax4geR/9qPLZz74v4J3zdM/jv+FJ/t+8az9H9q1hoy/7W9w6v/zx1+jh+He6wXAMircf1cr92G7cj6m45irQ0e/tRH79+5994fCRvYRtBAbfAvbRt71NedvgUED69In+C2/5Vv/A/Ql1sfL7ES3x3XJ+XHfaDdiNXQw7zS0pFpJCmWQUsB4d2u0npFD4KU+NnorFxlvSu26yXjjFyF5CNgKDbwHb+tH7wl5fPa7Eg05h/+Hn5f/zjYZ4v/+eT7+yvnTpV7SOdaeSKSDgSrCqZSARgwwNicI0EFXg9Jv1oderea7zgKbqf+fJwctLcDePnLjX9C8wspeEjcDgW8QGv/Dh11uufSuiON1eWlodv/71O2ar/v2NncvvqT5/Xp56+V0wGi0YtRqis3Nwmm1obgjGcIhASIIaV2HB7eqhaBfRyJe8Qvp3oz9258kXTj+yl4CNwOAlbN6pi7Ot7dJeRdV2osbscvsrD/4bxzLfPOjXSqFAwnGbw72K4syWK7soHDuOfq+LbrmK1Pg4uru70B0Pcijsv2/ZQxjdBuLBHNJ75gbKdPazkozfivzsG5984XIje5HbCAxe5OZ9+ctqbRFjrfLFW8OTUxtqKhztLK0ddRzvlnh2TE3E4i/vtmrroULq4fZi+fPm+tZ3yZ70LrttQtpoqEpIRmlnC/nrjsFyHTQ3tqDrAb6CiAVCkDUNrX4DzfYu+o06JmePYjK5B4FMtmuo1ueUfP43tJ8anJakV9kv3NLIXqQ2AoMXufW++Oh459Lar5uNxqv69f6aYQ1Vy7WOSY6kBqJpJ5POhc1BF3JM33YV5bGIYaXNQevOQWmg9tcrCCfiqGyuQI2GEJuYRadahWf1kcvvgdHu8AoewqkYur0W+p0W4uPTiEtxJCI5OJo0hKp82Mg23pf6l99/XpIk59pdjezFaCMweBHYC/P98n92trW3/eyN+nXzY8hrF4yBd4fmaSes3dqc3QYG5sDuDZpqKBxBUAkhmsih2i0hnIlBrpoIRgLdVCERrW5U0LxaRipfwPqlU3BVIDQ2AUmWEI3GEdPSKC9egTM0oKoKYjwuNT4BOj9vSIHMc3fOX3T0ZGS316a2UKTfnPvUr31Y3N/IXpw2AoP/D8zzPqp4XjRiSP2s3NWiejS+DFQGknTvfxM5Pe+c7nnb2R7WnAiODmT5Nrrzf2uu27wZrnGbY/c31cDqE54X6rcfaualYOpP7Z36ZPPqktTarM7ClJEIF6DnwqhuLSMYCEJTQ5A8Dc1BHbXOLgbNDvK5IvRQAMGGg/LZJQSDEUoBBZbRhcTPBhIpjOWn0NosobG9BcUiSGgRxAsFFA/th57IYlCqYPfyKew89TDPt8fLTy7ATkU/8eX/9NPffe+IHbxobQQG/x9Yt/H+G7TA2I8qWuC4axmq69hn5IDxp5qWPwukLA+N/ZbZP8Y4fpskh5OQo13Vu+4p23BPaeajS/Ce9IzkXWOqm7gL3vhP0h3nPfRWPa9z0pOiS7IS2CsbeIN8qZ6qPPo8amt1dOo7iKRScGwbg14HoXgaXjCA7cUlDIdd5POTyExPo9WqU/s34e3WUL5wDqolIxZKIZHOQYkFoCbp+LEM2ttldLt1GIMBAq6C7PQc0jNFGH0DjctXMKiU0G+XMbP3ZhRvvBm2is9HX/uy75dft1B+oRlG9iKzERj8I9pweOWQKjm3wSu9QwmU7gYifNeFa1t92zbbnms/pGjBPmDfwD8ckqBonrfH8OQE47riwqucdFFbleVc1POU47IUniQdDwE5Ht6F62yashLXXTdkuk5fU1b60vbjX8Hao+dQXVpHIBpDIJdBdv8R33k3L13CpUcewezeo5g8dB1M08Tu8jK6wxYsOrXTrPOm+8hlJ+DsNqAaQ0hDjbcsQQ1Fyfx5VbMNz7LhEhSiiRgc14VGNpHIjiMxXkBsahpW0MVwe2k3MV14R+hfft+Doi1G9uKzERj8Ixg1vWoYp/ZJivVHErzjMhBWFENyvR6VvgkZHjyHTkW6Tkfu0dHIzXkUkvS7HHW6wy9CDMZL/HvWleUk/yi+Gn7es+FJCV5jwFOdhacFec5ZuNTt3qCJnYufw+IfPorWFQux1CRSB/Yjf91+Onsf66cvYOPZM5i78VZs725DUVVIvIxpdWHYJsLxJGYX9iMWiSHIW6o8/gTKj5+EPAQ67TbSmSIisSxIDBAJREEkgBIhWAQ16JEwUuNF8JlRWjsPyRwiWMj+7p63/Pa/lO4dSYUXo/FrHtk3a7/0S2+6Eaj8qq7Z9yiyrQs2QJMk8FdGdDhVwKpBdit0bEeT1KLkuXFChMT/BjxG/KbzbwP+FPGYkIIGPHMLkkPWLSuQ+Hn0luBILh0wAJcUXg3TMem01ZNb6NdVJKbGEUomEcymsH7hDNZPXUI2nMVOZRPPnX4cUT2Cw/kjWF+9jM3KFhzPQ0AL84oqXNNGcrIIZ9CHbQ5QG1ZQa+/AsAawCEjkBlB43SGd3jJbGHYb6DVraJbXYA9afGSV5xtEt9c/d/4DZ06uiQYQ5t13n/zuu+6STjz0kPfCWyP739RGYPBNmus+VPSc3R+VnNYPSGrfd25JsunlFj2BisDt0aErBIQmjyVIBPaRg0+x5aM8LgBKBx5D1iBAg5/xkOC/6VyDdUb+dX5WTO/xGGOHlL4KxzRgN4ZwyiWgtQ6n1sPyl5poDmsIhGNI5BjNMym4loWlk2cRi4/h8JHjJCLU/dkxJGIpOjtDf1DHwLYQiMQRiiZ4LzLCqTS8gAarVEeQ/211V9ExajDtATq9KoYEpC7/bSsmP6/ynGQ8fGKn1YPZaxIsnIKrKtH73vDtX/6dJx7y10Hc957vTRkL8fFfm7yhOQKE/71tBAbfpL373T8Rc93A6zzXnfXcQVBSSAikXf7FoJsw4gpHdhqM7inI+mFAneb7Qjgwwov3zTIBgaxBoXNJGQIIZYC1TBaw6YOJaxFgbJ6DUdx1ZNh9D07pDBR3QAdkdC65KC930W11oOlB6JQRly6fQf3qGoatNnJj4xif38dr8LSM+AOezxwSsDQZa+UNWMMhUsGELwO0gIqdnS2YlALJqWlE+grcgYWwmoDqapQmQ947AUzcj2PDIWvoVDfQ3LyEfqcGyZWhyIGcaztXfmjPTct/dOU56xf/jzcdlGTp7eo7f+6Bay02sv9dTQjXkX0TJkk377hy8gGoC21PPSC7mKDf7qez50j7Y/w7I702A08/CI9ORS/ky4Zs78Ab0umtkh9dPWkOtkHJ0H+OQLBK5+3Dcyzq9SRcfQa2myJwFCjmN3nOBiy7gQGjsaTbjOwZ6HqUX6aExx58AI9/+kGYXQPzh+ZJ3Yco7a6h1iqhUi1ja20ZG5uUG30DRycO48jkYSyMz6FV2sLnP/ZXuHjySbQaVejjaSQXZqApYVSMbTQpdQaOWN/kkTNE0K5UUV5bQ5Uyoet0YTouDE3+QiCb+rjsOtpNn/6jvhhLQTTz3XIgWTTOf/b6ay3235r30Y8KLTWy/w1sNID4j2AD6/nXqVA/qKr6pMNo71Fjy3KY0ZP0n/7AX6jzGZqF9meE97wK5ME2PGsIT8kSJJKUBmTQxkU6ug5HptOrKQJEFK5B6dDYhdMrQSGtd81lmKTrxoARWslDV/Mon5Zw/ksXGfkNlHZqKFVK+K53/Cga9R3UyruIpsg4VI/MQ4FNWdHaqfC9FIa8z3giiQAp/8bGMk5dOomj0wu47ra7cOqp+9FevIyoEYUpDVEnaCm892SADMcht6GskAgAKsEhHgpADemeNTBWc/e84g9u/6W3nw1EvTmSl1e7Af0WVUXBMa3/KOnJ571U7pyS2Dft2r2EY1mTXrtaCZiDxzFdf2KU0vz/r43A4Js0w3jumCzjRyUYP6IoiqgURGc3+RL0npHepP73JLhSmkAgQw6E6cRidkGMJVBWe6TixAvJS/AwMdQg6HefLMHwZwu8ToVUXUReExr/swbnCQZDOO4EgaNIduGhu9pH6ayElavLmDl6M9lCANlYDkuXzqDVblI+BJDOZ6GHAwhGQjA6Q2xfucJ7pOQwTUznZ7C7voxqvYLZfQcQL+Zw/xc+jH55G1mCkkaX77g9Cp4+wv6wqEY5IH7KDPxRTF43Adlz2y7CZ+KpsczcG27txfaMXxcMhBUkMrJktQFdobLQK0602JDjmZzqDlJOv2/LDhWILH3C1PWfCafn/8vA48j+19tozOCbMJFpKMuaoL8/rahaBlKZEZ403mmS/lcY+eskBXRwh6AgBhGH4tUBCBKe2eHnLUgqHRohAgcBpL8Fu34BRvUqjNoiWUGTwNDFYNCB2W8RIEqUBsuwvSxMI4chT1/bWoVsBqAMI1g+exGKriE7MQEEGLkJTK0KwYQAI7IPh5QG7XaXskVFcnwMw14XqqyiXiqhUasgkchiZu4gBsMmLi8+j57RIyswYREGxGCh47nsMGQF7DUKvTiZynjFI3tQuGVBSk6lApFiqpeZnijKqj4rK0EeSsgIxn3QoZ6A0rUjSGYzqmeE3H6T9z2U0e+KGYywnox9+cR73jcCg/8fbcQMvklz3Y8XPS/6FwSFezxPyAI6Op1JMmvU/S6dnDTfi/kDbpLbgUvJIJPau3KITpmnvwQZnYVT6hi2tyDbElrlTQz6jMRkAK7t8WePxzDCezuQ9RQp/xyGzRD6pSYsMgd9uA/dFRdnTz4Dg5F77th1CERiSIbjWLp4VpAPGAQl13bIZAYEgTb6nTqGwx46nRZSyQzGJ/dg756jGMvlsbx+Dp/5/IcR0ALQyQA8ShiFLCDIu4+oEsIBDdFwpDdVnP/KxOuO3hAr5AtmfUc26yVE0hOIFScQLxRhSw70hSnImSzcs2ehBJKQDhyD1635bSfaRrbJhIamQ3T5IsXULwSO3XPG/+PI/pfbCAz+Ecy2V35aksx/Jcn9nBi1F6v+JDq9SDSSFMoCMgFJSVIyDPguNYEe8QHD7Q9h9mp8u41BuwKb4DFs7fJ8Hoxei1JAAAjBQ6rwfG0CRpxU/xBcJ4jWxg66jObDTQ+Z4PWM/kGCwRNo9W0UJ2aQyI5Bp1hv9SuoVrfQaPegGxKjs4lOr062YqHvGdCCQSTSWYyNzSJfnILq2XjgmS+itLuJAIGFBINg4D8NsrrkBMO6HVK0z+hR/S9uec0bvIl9e7/XsQZv29h+msymg1RmHtk5So0xshN+yomp0I4ehLdZgZLKX8u1qotZFJ6R/5BF3gRBynPcniXLvzfIJ96bnHkFDxjZ/2obgcE3YZ57JQC7fbMrpd8uq9F/BuxemwFoUesz6knhBORQgixApqOIKkKLdPAAXURCr7QEs7nm5w2Yg5o/6u/ZBmOvYBuuT60dR0zlDaB4NUj6BCXAHvRbJoxWG/WtbbS2OlDLacTsSah06vXqOrpk3lMHjiIWS0DRFNiyidaFKyivbVPXE4rojLV2zaf7YS0CLRImUCnwNBl6IkYfHeDixhXUGg0kKSFUhYDkiYQi183FQ38rhYYfPTZ55Mm3fMdPxy6dff59moHbksVUuOxdwTBQwvjCPkQjk2QGeXhRPjv/89oanJ4CZX8WaphPXyrDM0RmJrufaBuyJlnTYcqK4+rae3qm9N7sbW/0F21RYEjb930gNHHiXf9N/caR/ePbCAy+QfO8++QOfjYTsi/8pux53yFrxbhIwXGGawSDHQxLO6TnIQTieQQyc+juXEBnl5KY0VoLymhvnoYk0fltSgBGf9sWU4kiHdlh5Hf8ykK2WefvbUQTCwjEjmBoauhV6ugwyq4sXkanbGIith+54BRBxcFWbQeWoiOZmOEdmjzehu7SEXea6BOMegED4UgA7WYNdk+UL5SvTWI4JgIBHal8Dl2yhkulXaSCMaiWiWgwTLDqIxBNVRJH9r7rp37y3U9WvnL6da31te+vrS3fFQumCAA3oiFtQ4l4CKQVBIsi25pgk0yyLYIYLg1g8Vyhm4qUDfybRbAkCEKshZCuzbCAYCCFIrAV6YKphe8LH77r48//wA8k9NjUXcmJmZeHY6lyv1L7DwIUCJQSjR8a2T+mjcDgG7Th8gf3M/S/UYmGvlc1zRvsQAKW0YFZ3YDVXiPNHwhogBYKQY/TiRttmKTRcojRUVVg9aq+HDBF0pHZ9ccHHMeATSBwCBCQA5BVHYFQDumJV9KJ89T6DTTWd/jaxNaKyEVwUcjPQaO2twwXjupBCkT5vgqj7qJT7WJQM9DdbfGajMOaC4tReNDtwhqYMC0LQzqk41oEgxBiiQQZRRTxWA5jsXEUYmkYFpBK59BqlryApGxEwrGz0UT6Nsn2Mt0+77Ntw+oP4OpiStSizND8+wymdCRSUwhFInDE2AfBQDCQ0K3TCB5LUP6wfchwqET4qCGBS+yNvH8eb1reJSmT/97nTny0HdYDfxbL527zbMcc9lun+o3WByLp1I4b0laOnPjZq9e+jZH9Y9gIDL4Bc9d/O2QEij8sSbH/U7Od6eFjTU3UBzTdDvrmCiNtH2pEhqUKKkwZgA3A7rC1NTKDADt+kpEyyOhPisxvwGOkdMgMXJeRUmF0pbQIJheg61k/d0DWYggGIgSQFpxWH8NGBw4dsMdoH0qleS0CTDAOLZ4imLgIx2NkGR56zT4aS9uoXd3GypklDAhQkkfQoEa3yBosgoFlDWDa/J3HxxJJ3Hr4ZZgb34/Wzq6/SiISySAUjvlLpFvVCiVAHKlsEdnxOQKekDYurxsmA4qhsbnhpzpL/KBRq/rAkJqYIlsIsaNZPvPxPBna3iRCh+NQonR+AQZkBH4OxnDIn2RJrjI09fDvPXLfX12Se+7vq7YUERmTw17Pyi9MWOmFsarjSZ/ORnJ/l7jl2LPSrYeujUiO7JuyERh8g+Z5K3cNL6+9d3i+cVP1U1cYHYeIj6fhauz2ShMGI6aekUh72xgGV9EPnaLmJ1MIUH8z+ru2Rn2uUIuLvAIVtkd6HaPjRHNQCBgeSO8NOj6jbDhEyi7RYVx+YXRa0gBoShBKKIr09F70BzYdyOM5TcoKns+2/Gt4fMXT4wQZDY/99YexdPIynZXX5ssSP/kZy+wTQMhQCCILs4dxxw2vR1jRsHjxaTp+iNfOQlcC6Pp1EBoIEZRSySJSmSJUTUPh+pv97MdhuYKtc09jd/0KQukM8tPTMLZrBDoZsfEUggmCoBg/AJ+ZbRQspqFNRxDYG4MyloKna5DMAeRGzZ9lsJLJzYsfe2q3dnL7YDgWj7gEHZfvuwSbeCEOPZtw46nCM7GpiY/EC8lP4rbjayPp8M3ZKM/g6zTv3Dn93fNv29t7eOn19YeWXrv9uVPhTrsheZKMgJ5BPDXBRtVQ316F0o0gqU9D8aKQIx2ChEHnZ5PLIbgyo7hLdmDG4Epi3UKRDIDvsdOLmoX9NoMdnTmdnYKuhukEdHbTItNwEM2NoXjwJsQpERSFFJufEasNrW6fnzXIIEj9Ldd3/GgygeKhA4jkE2hurKO+1fQZgaikptDpE3Gea2wPZqYOYX7iAPYREDbXL6LTLCGoCzBI+FOLYo2FiBzx9ITPTAadFkjfocsqupu76G5vYiD1MRCpyYbpJzrp4YifzhxNZ+EpMqWK8FUbsktN0HYgiQWdDYIWGYSUICikEnAbVaBRF4kM8XbdSFRPLUVEUpYSC0GLRSCFVMoIk8DUlihPJiU98ArZUMP64tWnTnzkL8US0JF9gzZiBl/F3N9+PD2wy8HQdTcMu7ULeafWvc2t2z/kmubR7tZ2slWpQc8TBNJ5bD1/ih3bQ+bQXixe+AKsdh+TszcgWhjDrvogpJkuXEUlVdf88QJBzR06pqTqYtSckVZkKsp04h5iqQLyE3uRTk+jUdmB3e8TCDwkizNIFGYIPBEqjx6MTtsfnBv0CARkDGIcwBLMQBQkocOn83mMze9Fs7SJc1/5Cp7+7BOobzYJMHT0cALZ3AzGctO+rBhL5JCgAy8vnkRjdw3peJ7gJpKiBJ1XoZDmY+CivrZKtiCjePg4vF4XDh20Zxiod8s89zrC0STGKSMm9u+HPtSRjOSgZWMwhhU4ww5UAoVGhuH1PeKYDZPSQNmXQvjOacjtVRiXF+FEg9hYMbHyydPERAtKWEcom2T7kQUZA1A1UFHYlFRhjM0d6Sdm5h5yHeXXC+9646PXvrmRfb02Ygb/E6NTy+8ev3G/2en+0rDV/bl+df3e1vb299TWN99iNFtHLNMKSqEQ2rsVHqzTKZvY3TyHVr2Ewsx+bF09BZu+k6az2fYQFXMRLXPdj9z9ehPD7jbMfhn2sA5rSCeqldDjOTqtKkzTwMzhmzA2tv+allZcf94+Mz6PcDDKiB0hLd/GgNcyui2eRwwI9ohcjN6CKXsuZF5bo8Pquo6ASkky7PM8NhKZFGqrNdh06nA0Do1U32cWBJJAIIhULIPdnRWyDAJSLIkAwUGcMhBk5HYl7F44D7nnQA5q0IIhWIz2a+XzOLX4NBZXn0N90CRwDZAKZ5AcH4fpkg1tVhEvTsCSbQzbLcgETHE+lXLIJtsZ1lqQNIPsQQx0KmzLDoZkR5HpHNRsBp1KE70m5RYlRK9WQbde5f13Gckc8AFhVhuaYQymHP7737zu3sXffPknGiceOjGSDF+njcDgf2LvvvVd2cajZ39gaPR/2HKHc32rO2UY/bFBtRkbdruMbGG2nkTHHWAwbGHYbMBRqNELRVQYVWPZPIKRuE/XB1YP661nSXED1OmU/JJwWglaPwJ1kEDHKmFt18CnH2rj7NUGvFAaR2+5B7MHjkMn40gmsnToEFQxHtBtw6w1YLZI9/1BQBeSGEugxzqDjr+OQeQQqAQRlxFVzFAkM2PoEzCGZAv5mUm/YEl1o0TQkHkOCwb/Vq5sIZHMIEt20Khuwuy1Eee/FTqbQSDR9DhiZBJWvUMGT2lg04HJFmRS90p3F32LDIUA5CoKo3UE48U5fzBQFEDpLC4jksrCjUfQpUMTmfjvMX9dhUkQE5XdAkcKkCZ0omcGbrVFgArCGzQob4JkRh001svidvk8Jq9BrsI2dMTycIKHS1ajSRQhnnSoPxjubWWXlr/3ZTeH3zF7xPnQ6aeGL3ylI/sqNgKD/87ICNT70nff1rl0/p2teuOHDQwy1a1NSVBvkJ52qhV0qGvVAHUuI7bMqBuOxnynExpZ1hVEM0kYZhfL556GGO+r1a+itLGKzjad1VN5XBQ56Shi9QV02iYdIEpHUjE0ZGyVXDTNEH7wp3+W50lBNvswdjdhd/u8N/oRry3GBsQUpN2jLBCrGuklwgH1SNQfRAyl034kVvi7iLTi98jYFNIz88jMUBIQtNZOX/FnG2wCRqffRN/s+FWUFopH0NgmMxj2ECQF9yhO+q02uq0e8gt7QPcnc7gKR1RfI7glCFbBdAwhsqOFPUdRSE/gyLHbMTF7ALbnYPnkw2itL2PyyC0IJeJolzZgNOsEyiRkWYNlDKEkwgj/k+vRUyW0nl2BYvB88Qk/ESmaDiJcTGPr4gYZh+mXclcJUKL+gw+sBES7yzYgGKb2zGiBZHwfAegH0WzdiP7g2DvnDp370OXTzRe+3pH9AzYCgxdMJLLc94Z3xLsffuCW1ub6v6zXKvfaRjfX7dSkVrlMR6PGlT2Uli4jEGEHjVPjxlIw6CT9ZgultctI5MewuX4B61eexdbiGfTbTX9FYt+ooVvpoldnx7VtFEILGJMOYrDbQam9CHVeQjIcRp4dX5ca+I4f+kHc9IpXQjJI/yvbMOplRkqHjj+kzh4wsA7pyC30K3UCQg8mabUsInKStD6WQHxiGlquyOhO6WCaCGfyCEzPQBWDdNTrHgFm49wFVDYrMG0DTer+eFHG0ePzyAbGUd8RzKCDIEFLjEW0K2W017b82YxgOo7m9oZfRCWWHEeUEV8WlKBNOdAZIkkGofdstK8uYfHhz1BOBFG46UYkY2QCrSFalV20dnZ4H0HyFzIrUX15tgB7IorObgnWpQay84f4PCGyGZOSgqyHoFDfrqNbbvp1HIOUN4EA5YtNhtJuo8T77VB6yWRq8UwG6XhWDpiYdhV9O5BKPfCBp75cf+FrHtk/YCMweMHefeyd+eZTz/5ibW3lZ6qrq7e3VteD/XoNTkiBRdoaTMYYxQzE4wXS7nGEImkMuh2snHoOEh3OY8zs9ivY2rkEm63qBXVG40nIAY+AIGHyxtuw59a7kc7vx1jhEGJyEmtXn0fHrcASepnHyJKJ+b0zuPven0CI/7ZKm35Jcos62+606YwynZ8RvDvwp9hMOovDyNjdXIVDhw7G4jzGhFgwpOYmYTcrGJR2/OcLFwr+iH6f8qK6fIWshuzg6jrqjRYKM0Ece1kSM7NRBPt70eBnxIpGARwDSohureYnKdmug0guD8nieTbKviO7YdJ50h+L9zXo11Bf36BsoWQhyBQPHMPe6+5GITmP3m4FOxfPobxxhUAzILMKQAmLKVQJobE8OlkLu088j8bmDspLougLn42yxupLcMiYVD3ir6NQyAhIx6D5ZeNC15Z6s8H75QbaBDctpPrJWGJQNlHIdNIHZj703k9+tCvaoPTRfx9978//infij/6IsDay/95GYED76Ec/qszXvRuNZvs91asXp5vrGwzKfYYkyoCATkcc+MxAC0XJBpLUzBoqu6uorC6zM/Z9Gl5p7qAf6SEwMYXw1DTS+44gOj6J7MJhhNMFzN7ycjpAhJEtBC0QpxPuoF7ZQLtWh+kNgNgQht3FDa//EUzN7ofdKLFzr6BXq9L5XOii7gFZgaiJYFuWfw+hTA4Z0nExWOioMjIHjjN0x2BLEgb1HXTXSeepblRG1sj4HJrlbbQoVxQ6a5CSZnV1HVuDJiYOy1iYlykrYpC7k2QxLUbaXQTofFan669sNAk+apTMJZ+kY4agizETBxiK5dXiIjxW1lVk+eyTh49j/rbbkZmeQ+fKJpzWACsbJ7G5cdavzZgeG0eczCVIOSVSr7teB2ef+RKuPPoYGcCmX9Bl7thRtjmZDBmCGGiMJFKIUI6FKEni6SSqS5cw2FhBv7ZBgNtFiucUg6FtAieVDAxnyDaRDMd1Nn/mrd8R/Jd3vemgtd553WBtrf3bD94/2tvhf2AjMKD95j/7Z4Fo1fsZ2cANaA0CLUbGfr3hZ9el5uaQ5UuhM4plwcIRe70WA5fhRyiJmrwfMmHEGcWofT1Fu5ZRRwccmBZapLEiSg37PVLkEkFkHZbD6K2QHlMapMfnUa/uwpQ6iI9lkZs/jBx1uNVqoENKPWz3oEoEAmOAfqMGNUitHYuR8lMSJFNwFBvp/YeRv+VViO67HoGcyHMwsXb/x+nIbejpLBCNwvAstHfWGHEtglHQn2l47Nx5nNtehaHafs0Dj6BTVK4jaFRgGG1f04uZjWar5I8nBFNxZPbO89F0xEJJRKj7PcvDYNjFcNghCLnoUYIgoKFW3fKZQGVxke8buLT5BMxuF0kylPljNyGWL0KLMrKzLbqdPh57+FOQyBZMso8DN91OCVJAR0iwfp/OTslC1qNSIsgEoBTZSWFqChIZUkqNwSWLsTu7KOTGUZyYQzSWRiiRQCKWSGme/Gq53n+9V258t1Vt5nrb9cX/cO6pSy989SP7r2wEBrR/+/ofmVG6zr0BVT+KYAAOSaSaIAtIZ/xZAS0WpVPQ4RkdS/Utf7YAMRU9tFEebEGbKdC5ZfqZAjUsZhA8dmLSV7EIRxZVhzOYPngERruLGvVys1FBbzhAVww6EjicvoVoUEEmlkHY1RCOZKjNx2DTyQZkBmJ1n9dvo7m2glhhkvcjdk5yCDIyqbPmMxY9lYMnCpbSKdpLZ1G7eglyPIvkgRvQJ4VvrFyELeSMJ9GpJOxUKvj8o8+hNWyh0fYwFBJAjiKDPIYNl05Jp2Y7DAZkCaT/A6eDaDKDaDZNDJR4zp4fqaPRBJ9XpEa3KZOo6zs1VLfWUVpaRHenQjmioN4mCHZ2/LULmcI05g7d6Du+ALQ2AW5zdQkDMTugKX49hxtf/SY898QzuHT6eWwvLWHYbBJI+v6YTYPtZxlifcUA+X0LyItZC4KGWCUqUqUzhT3IxMeQCsUQIehJjZ7mlBq2Xa6ve57zJW3P/Cff9+jn+yde+O5H9v/aCAxoP3/399wZGtjfZ+1WkvRjBBhVRKJNJM6fqkcdvIlaeQeVnU3Yg6Gv7zPHDsAqJOgoHX9/Qp0OqoSjftafAt2f7rJsG4ag9KTQEUZnkbW3dvmSP4IvFu/0qbmzE9MIqhojdhfpUJh6v0En2oYcDSM+t0CHdBj1OuiR3rd3Nyg9Znm9NOkzAYtgIHIDdJ1OxIjstiswG2V/LCM2dxih/AQGzQaB4Rzlxg7BQxMDpQjpAXzhoWfwzLkLdFQxSyHKmHmoVgxMZgl8tQGMlgmZ2lssoGp3azAkB/FMHpEXphtNkWRUK/s1F5IEMTHN2GhuodGpwh0Q5EQr8Hqua6LZr2LVLCHG9tm39zYUFg6g025i7fwZXHn+cVRaWwhnU+gTIPPFaUqQIFavXub9bPuzIWIFJ2/GT682CKCijgP4/UCXESVgt7aXyNYq8GIGgpEgMvk56NFoRwsFH++X67/jtId/6rjeX4THAw/O/s6/royA4H9s3/Jg4H7suRnJst+hyvrrhuSgIi/ApeaW6SBugJLAFpWIRWf0MDazB5F0DmM334ye4qJJva8rQcRIxU1KAptat75bQavOSDY0fDYxYNQMhYNoMcILB6hsbzGyeb4zxan5CxNT1NQN1Pt837yWsGN0GsQAA5FCHjFRJYhypXrpDHqM5pECtXEwROfjlyfKqysSXE8se7b40yU7IY+mVBEroDrrV1EmQ+jUtvk3z59x0PiqVGt4/NQZnLu64U/fGUOxmYqYeHDJbDoYmyDtbwPOgN2DYNY2GfV5P9FoEgkCkc1nc3j/AVlHjwDXadUZuTuM6nTWQdNfDCW7bA/x/GQYTUqZsYm9OHb9q3D0xrsIkAZOP/hZbKyfx3Z7A1vdLTSHPV9yBcms5g8dwxLv27INpJNZXlOwjyHcDl/EAJsMQswwiHGEAKWGKA3nek0EsmILGsGsZmD17YfCifDP5d7743//vouPLP3+5Scqv/PMo6N05X/AvqXBwLvPkw3l0o3D7vA35K6ht7e2ScvrdLoyozZpeWsVbkim4zvoywZKjS0MNVL2aAB1Uv3mbhnpVBYW9bhw7k6ddLxUp3MZvtZVNBnb22vXpscY1QSt7rbp6NTiQzrvvuM3Qh/00Wqs+2MQIsKrjHZyUPerBlmtFsI5an5S4PqyGEysIElAEqP6Oh0zRGASTm8PTQx71Nak02KsQyT6tBm1W9T+4nexX4IoMiI2ShFJRs1GHY9euoKhZ/BcfL4+2UJQRjFLwAgA2XkLcpdgWGd09wKQyBDaVt8fiIyT4cD2IIl0al5TIhPq1cuk6TafU0I6nkOUzpuifp+aO4ji9F4cv+5OHFq4DqHxNNaXzuHqU49hZesydoYV9EF2FI+zJ+qo8f4lPYiALcMosx2rDYxnJ8mcdJTL2+ysZEK8B5G4ZLBNZE1FgECrsYEdlyBK9qHlYtjZ3Wluby5/7sgfn/jLF77qkX0N9i0NBu/OH5bd+UKC7jfjNtqzvfUNtfH88wikolCSIVgEApNadkBHbfebdJoGQpkMXD2EJh1AZecXZc5knQ5pm6ju1FDm+zk6aTgSRoidWDF4gBh1J0M4dsttWL54BvVmxWcTMVnCYGURvW7ZTw32QjpPNoCqeP4gn1gJ2drY8hcBObKK9KHjiOaLiOXHEaQmdhiNh2QV3XKJ1LnqyxBj0IXR6/orDMXUqJAMguqL2gqucy3tuEWguUKg6PTJfAYyBgMJsZiHmZkwHYxoYMnIOUkoq2wkMXAqh9AxOhg4fRQyY5gs7EU6PIZicQHJaA7jswfp/JPIj89jbHIvkvkpFGbnqfFtZOemEJ5I0tE3cerRz+Hccw+hWi1hzW7CVWRMRlKYP3odQTCINsHPaA+xJzmJbDTrbw0fDqdQoUzZLW8irieRJZvq93votZrQea8KmU6EbEV2CaRss8Lr5pC+YUyJ7Ytu/bOX33r5P9z/hD9zINLLT5wYpSj/QyZKSnzLmvQ39zqBH7v5pJaK/gcvE1lJ7tuDwpvuQXBhyk+tFUk+fUa/QafnjxW06HQNRqhAOIQUGcHMPnb8XMHPiKtUK1jfvkrnqiFImh5kBJucmEMwGMby6mU6xwzaBIrq9jojK6MoO3RjYwnV1i4ssoYmo++O6fGn5e+SbIsZeLEowGrRqXchk0KHxiaRufFmJI8chhzTIeqMdxslMpJtSoEdtMlCury/5uYaOtTbPYKObfT8LD/L6JPxM3ryd5HgFOL5xHJiMVYgFh8IULAIGIliGAllDAXsQyY9ieGAEbpbRVFNIyj2gBi4MHZbZE8lbF09g0ZjG5XKCt8mMGltOLMSQrfHIR93kX5DEdl33Izcj78VzuEUBhEHdc3Fkt1CgExgNprHzOQCerqK9a01fx2DqBItJFYsnaKMSqPdLPsMyer1yAA02F0x6+GxCXm3YkCUTCfANk6NFRArTCFGEMnvSWgTN0z+08JrDvx45eIHY8OzXznomNvfPeg+9Lod9y/E1tgj+x/Yt/yYgbBf+cT7V92zGxTOyt3tRl3tVrcZWSuMzF2YjLK9Thut6g6215b9eoaTc0cYuVX02m3srtHp2h1/V+M2ae5ketyXDrmpKbJpG5s7ywyuLm698x4888Dn/MHDVrXsb1wSjYepq4cw+J6sRzFemMVENE2wMOno1OSUC2J3ZrGwSdLYh0nzTTFdmIgjQrmAQACB8Sm/diEPhkYnN9o8Vsyz0/m1ECl3OIAQ7ydCRhMkHReDoo4jYb3cxGZjiKEYmTcgJlGwd3+aoNCA0tSwX7kO6TSddc8hIETn6xqIMIoLWRJwND7DLgZkS7W1KxhYTYQOJzD+huuQeXkO8YMxRBcyiO3JIbL/OEK5KUzdcQjRuQzkQhrZVBL73CjS+RxaYR3PXjqPRr3E5idTskxMxscoNdIEJxO1dhmV+g5ZjEiPjhIACAKUZT2ynViKgMFzxZNkMQSXVrOFaDYKN9JHNJ3wZ1OUwMyCUsz+IBTnJ2XJGI873iMnfu0/jjIS/wfG+DcyYcO//uIbu0sbf9JYWxkTEVQU/uiTEXQZWbui07dq1KLrKOw5iv23voaav002sI3yVhWXSP0LZAjpRAYhsoQ4O6lIVqrTMeubm5g5cpBOGMeVC8+iTZC5eukCrnv5rVDEXgh0sqn0rL+MOBGKwyGF78pd2JEmOtY6o/cQskOqnphANDXmy4doJuGv7Q+O5yi1ZUSyY5AjCX+aTzJMDMkQ+s0a5UeHbGDopy+bBlnBcOCvmqzXGvjUM+dwgbKm3XHFzBwSyTD+xc+8AvFYEFcfXsXRpSlMZyfQYhRv6S0MS11klQI0LUTmE2KDubB1C2qOoHZjDtPvfCPlyx5Klytw2rtiMhRqOArEJvwdoxSnC0l1YJNBVU9eQvPSNtaWVglKG1i6vImd0ytIhkL+IOaN49dj7/xhWGEZ5XaNbV9Bz3UQkkQBFM8HgQHZVXFqHnOHyM7ScUgvPGdmLghvrAQlJSEycUAUpTWUgKZLgYhEidT0vM77lID6+7L8mlF1pP/ORsyA5t13n2qr2qysSW/3VCeoJEVVY3a8YMBL5LNSYjyLzNS0vwiosO+4WPFLai/yCGy0GnUsb16FQ+06Sd0cTsb5N4tAsYv+sE+GMInJIwfQoMZdW1uB2BVpYe9h7JnZi6CsYiw1gz25QxhQ49crO3TiHhLBScSDOaia4lP7QU/UToxB1CcQtQSHYiVgZReNtVU6Xwu1M8/AaNURLBT92YZAIgmdrEGoQFem05JSGwQBMcjZF8uDu6IAiRiZ9wgQEgzTgeHK+PbvvBWve91tCIUiqK0vY711BRVq9Q1jkSCkQXFV2GRKUlCCPhfH1HcextjrJjB+53WUMAd4uRCv2PEnM5RY2s8xkCTT30RG7C7l1qv+77GxOOJ75yBnFYSzsj94WVndRljkcct8T4oimcygTSAQ4ws6VAKBgrHMOKbn9mG9uYHS6iplTIEgK0q8mejtltCvVRDTyQYMBz3vCp9/AMXsq/KgKkm9bXHqoDvsTzr9fvVXf/GHG/e9/bh14v33W34nGNmIGQgTi5Tav/17L/Ms9Z4evFkbxqu7/ZYTSxRaycN798iqHeuVO9g4t4x6tYtyueYn3og5+yHpeJmaXteDiNEZxFRiqSKmD/tIFAp42SvuoqYnK3Wot10Xk9lxZEIp3yl1amAiByNdGrsbS77ji5H7BHVvOJqCF7BRap7DRuUM5GQAHgOySn0tdkHy8/uplSMiPZinESXS1EgUhUM3YozUftgo+U7falbQrpXQqVYxoPbulXkvlDpd6m3w+lsNC09c3sFas4Mf+ZEF/OAP38GIfhwXyBzu/9gnmtqquqME7D0RJa5rPRXBroJjb38rCjfPID4ZgicTGFILkGLzkMUGMl6LL7FWw/WnGGG14TQ3CWIGQYIUnu9JJvV/Ig8vUkB58RI6m8t49pNfxvL9V/yCrnEykLncHByrh9XVq2xjsWQZyI4VEYwlsNMp+UlFiUwBkwRpmXKsu76JnlnGkZtfjfHxMbQyJ2FlWwhEZOhqjgzBRYCyiXLLdeXQDoH1GSLU5z1V7WiJAy01OBv2ZOdJWd678UK3+JazERj8V+a+732Bk8GXu5nWg5mW1Mte923f2fcS0X8nDe23mNs1rD13EStnLmF7Zdt35hCputDvgUyM8oDRKxVAY6eKraUVZBmdi9kio3wSXYKBLOuM3i2k8hPXpuUGw2uLbOgvYgBMJNqIxUBSgJqc9Dqih+GS1mvU1H2vi6HapBY20TYqjOptUuKun/wUKuQQziXhiulDShr/CxWFR2XAHlo+SxHjB/0OP9Pu+TkLnqbDJYKovEaYDtIeWPjyuXWM35jAj/3Ebdbcvrs0y1Lx+Jf++tHn3r/8O/229ata0DksphX33ngjbvgnr4amir0k+wjlxiBlJkkF8rww2YiYsegtwuqsQAkmCFREMEKDNWjzvV0+T9YftZZh+9markwpwc/VV5bQ3dpGu+6hvc7vYqmMrbOnYXVNAq2YjWhgOOgjGUlDo0zRJ1IwKD0MsqaUFmR7adBjYRy57k4oZd7DVA36guwzEy3lQMnp0LK8Zoj3qGXYRHGxV5yYby35ZedCUw0C24OKtPPvJem1VyWhc77FbAQG/4Ax8qtOdeVnGJXeo5a68uoXnsXq4mU0hgauPPmMnxEXzlJHx0PITxdIuZuQqW27203cfPPLsb28iNqOKIXuIsSIF2U0CyXS/rSfxUgpaiQEAyHS5DDPZTPa99nRg0gkxhgFC3DoQA6dVw2HoYljgp6fFuxRomwNTqJtVxHJphGZKhJESA8oS+x+05/58JcDE2yGg56fCemQxXgiz5q9XCLw2JKowhxGMBiDpofQGjioet3mnd9765np+TnXsnt6afP5v1huHvjb4EbrPRQAP7jnyB5kp6ag8x5co+mPVwQy05ASRygJBBhEyVDWYZe/4EsoJbmHbECUfKcDqgnYrbUXPhegxu+SmARBBCVwhSGTrPcrZQTSRUquArY+/ziufOIzqC9tQ7E0f9DT5ateqfupzAPVQLm1DdW1cHB+HoW9e5GR88holFdDB1qEzGFyBgpZEDQP8gwZ0f4WpGIYyFFKqJQXltixinKJjSOHCsRoeVdC79dl2fojWX6j2H/+W8pGYPBVjLQ27XQ3ftO6VHrn6p89qJ++eAraJKMStbhRJzWnou13Wmhsb6HVLmNscgIL8wcRpoPVylvU911q8BiyhSk6qUm67PiLc0TCjhJQEYkk4NIxhcwQpct65RIioSzykwv8WxCdyiYjeMDPbYCmwRbpxOEg6t4lAsLzfuHRyESRMiLGji8xMIvpNjIOygBRT0HUJRB1DcRgoj0gAFlkC7yeEtIRJXuJxXMIxVNIpvKeBWVLjku/V7hu/tGGvTFMWmEk4pM/RL7/XeF4ciwYS/E+NVj1TQIlA2tyHFrsMB29SOenw1vbgHGFjGQRavoW9i7KCJfSh57uDclMqldhd9YRSk8ByTF/wEos/WYrQxJb0Nsq/96ARDalUXa019Zw6oMfweaXCbw912cE3eYAjX4fQbIwUVQlmc1icmYWTqeH9lOXUZw/hrljN8DebSGcJjAEKa/I2mCwq0cbkG+JwjtOgIrz9gi0kiF2yRa7X2VgIWnLsnG/63b+raa9+ZFvNXYwGkD8Kvbud7976DjNauPRMzPNixsz5Z1Npd6qUrMm/ZWMRluk4zYRjOgo5iaxf88xhDVGna7IpWdvIs2NZ7IIJ9nZSTHE7kliV2WRQmwIpw2F+LuMRnmHUkFHtbRK6ttDUA0jnh7zFyL1OjWRCsDeK9JwKSO0CJ2i7tcaQIjX4R/VIKm/AAOhD3icIwJiOELmkEFibAy5iQn/Z4BUXyzDFoOEiVTWL1KSSGQQTkWleDQUycXy15fPr9u5+PRB03R+0hi0vsN17CgoKaJ8BpdOLVP7K2LaLraXv88Kj6Yjb8MbPMpLS5AjN/HnDEkIo7BnEiR24XWuwqlfpr43SBLyUCgXxI5TrmkTCwSACdlBekCG5BlduASRcGEcs3e/AgO28eozT/mgmyrmEJ+aRGp2zl/oJL6H/sUVlJ86iermFYxN74fEdt+6dBYZ/q7yHgQDcAke0oC6YIVyS+9AzYvt8smyREYYwUg0sKyR2HnKNPWY1h+889H3vOdD31Jbuo2YwddovT/8yC0rp5Z/t1qp3H7qwhN0QBlZMWLOSCtYQkRVUZhiNA+mfV1e29lCo1omExiicGABqVwRNUY6MaA3GHRFPqCfDCQq9uSmF9BubiEUZeR1PewuXkIilsWBo6/gOWeweuVJdmqRlzAGg2ASjEZQq61gcftZBOc0yhSZUiIENR6GEg1BUdjxFdXPhRCDZtEEfVnV/fwDUV3Iavb81YFiKfb2Vgk7pQqBLEKgkTE0XG9g2970kQOIZxNyhewmNzmLibl5MhZGWDVCR6YksBllEzfzbHE68mVG7ifZShbk8E1AYIEgEKSjVdhwT/G1Cre94ZeG86jh9exRgliWrwKdX6Hzt/09E64ViSGQsf1cW4GanOQ1FnDlgSfwkXf9FCqUDKJc2sSNt6LUKMOo1lDsSSjqcTT7u+iZFdx+19sRQgQhOYpcft5fOxLIJMiEgpB0BbbbglNsIfgaE3LKIVAwHrK9EFD4I0EETfE+40tUFz8ty7f8/bVv/1vDRszga7Rf+76fqTvVTtgemjclY9HQWCYvjSeyKMzNoLBQRHxyHOnoGHRJx87KMto764x0ojKQSHzR0dneRqu8DcNmRKLT2bLtr3dYq274FY8FOKxvLWPPwnWobC2h221DVWSkGEVbnR20uxWk82JDFH5pYRXDYQONwTYCeTq5SuehI/kv0neZICCYgqiMLKmM1AQqle/5JcPIREQkr7dq+MIT5/G5U8/jy6fPodbyd0YWJQ3WG/WKuefAQkwRayTIZnLj04gnKWf6LaiZAzx/3E+SkqjRPafFqP8EpMYpILwHrth2XWK09ajRjSUCxTaBidE5lOe9xKEEcwQAghFlEakL0YkA4wh2Q5gSadO8R0nhdUUiFu9T7L8Yyk5gc3MHZy9cwlWChpZMY9/0HCpXzyNK4MgTTINkX2JpeXHysF+rYeXpLxEcAyivX/Y3mgk5cT93xOFJrZrYCUoju+FthnpkEvzZ8/xpWz88StEkUUg+ceJdD5448YffMgVVR2DwNdqJj/2J/Vvv/YXz1Uu7aj8gzTW6jWgwn5P1XAY29beshpDWM2hXSmiLYiXtrl/aK5CKwSYFLl+6hIFkoD9k32KrCxofSqQYvcMwRbUgOlp3OMDszEE/xbe0u4KOUUU6NYmAp6Le2fKLj4o9F0TBEYVRrmbsQC0ECSN0JrEzEym2SwAS6c4ggxDpzKZYcs3/DMOENTTQbrSwsbmOrzxzBr/7V4+J7Vlh0B+HhthvAds8y2cmxjKbY1OTx0QkVTQdmXwOdr8BW0wPRuLQQmRE4pqyAIgLMDY/Dlk4eXSGjsSIa6zyAXfp3JQ3lCzCJMoiiUApQETsLu1plFmUG5BEKXahM64VO5UUjb44xs+L2REDktgHMpVHfKKI06fP49nldazubsKtbGEsodKpB4jEMsjnptCj1JqfuR42z7W1edHfgCaaKkLq2TDLZQJRlMwliH6lie5iFaobhxqNEXC6vIcen8UmMJiUPynJdVXL6bef/dX3/Nm3zFQju+TIvlaT7rijo064fw+l85VKY0u+fOYkdikHQuzQCSmOYbfnb2Qiols4Fkd8fIy0NuJrVk9Ec2uAIXXq0KY+1jXMF/diIVRE0g0iHUrhQH6O51IZpQko1NFDR6PUqEDU/3MY8XdLi/5Co6EoQUb6m5maEOuICESaP7gokQn4iUTdPgZ0+uZmFZ1aBxX+rGzVUNqqEmjauMp//+1DS8QkWZRRoP/KWN8x8PD50sRuqTuhatJdYUoOsTW8SLSyB2302hVG6yE0AgS5hp+rAG8Aq7VM6b1IGs576W/C2niQOPAUicFlONWzMEvPUVEsAwQz2a3S6cguEtMEhQwhStQxjFCrJ3n/ASqLyDX5QMATqxhFWXSzsQureg7T+7L49p/5cdx87DD2Uq7o9pAyh+05dLDZ3Cb+ucimJq7t4kTGZpLiZHhP6dwEGp1VGHofpteE2a2RkEjQJA3NL5Nx3U8Q6ExCInColBOSLsNrk9H0L+9Fd+0nu5UPvtN1/zb2Qhd4SdsIDL5O23aeicQzyivHpifkRqPpL2MW248H5GvZgmJZbX5iHPkZauxAzK9iREUAOaZRo0YQzmYwNrEfU7k9sOo9v9io2Nfg+A2vQYTat7y+iJArY0Av9TdH6fcQjWXFtqXYLi1R8/IadERB3/PhKQTUoH9NJRSmNAhRklD/6iosOrIpagqQHTCGkyg4fmZgs1Ml3V7G5kYTsSA1tAGUtz0M2xr6TRkXV1pvOr/RnuySMQ+7YgWlDLG5i+zJkAlA4rr+zAFBR2ymOqyd5jWnYTSvor/5BIb1JQzcAJzwIfSRR6++Shx4jNH4WVidq/7UopiJkPRZAkGBLUrZIhiDYAQKNZAskqE8v66jy59GZxeD8ibUQRWvfNUhvO7bX03mYftZk5qroMtna3Q7MFwbscwE71dFKpJBKpj1B2tjqSwyyQnYBLLG5hJWn3oYW5cuo92ui71vYF7tYfiAAadEICJzQDjE96NkdUpUUgf3qory844T+9eGe+HItR7w0rURGHydJicyupTVU5PHDyCQDGFrYw1DRlv6CJ0x6JcGS+ZIcxUFvWoV/U4XrXoVg4GBMPX0bJrR36Bz9npoMkolJyYwu/cYhnR8sZtStV7CoNX2ExYHYotzPUSH5s9gGDuVNX+RjqD9ooKRWMknkxqIxYRis9PYxAxSBKHE1CxiRUbJBCOvRofnZ1yeY0jqvba1iVNnNkmxgVzSQz4tYaYgZig8hPg6t9mUbT1FWSGyCR3e14AMQoIidnYiJbda23RiMh2ZDu+UYStptMrrqK6eJJCd8yO1npiHknkl9OJ3QE3dBC02Q2nThRM8ACRupO8XCSZiGp8ygPTcg2g/MhF2R0kO8j3KCAKeHM7BMuoElHW/OKzT3MJd/+SVOPLqO/2irmKsocsfnWEbhtVGbmKeX5CKSDTlfwe2RVajETj0AYL5FKKzY2i3KqiWVlBd5/fW7pFRGGheWELn0RrsTgYI5AkKlD+BItRQWA6EtcOebf2Y7Ax/zPOeucvzvkwa89K00ZjB12n//Cfesisbm29NBDLj7coAu+sbKGSmEIsk/SgaZHRWlYC/10CvWWfEZpS2hnSSLmLRtJjSJgMmBWYkiyZjpKvU5Yy42xuL7KgNAkcZA0oJEw5C4RRmx/bRuVQ88fjfIcrIFQunGTU1dNxdDAtD2DkZMXb8vXd9F2ZvuQcze/Yhk8ljZv8hZAkIbbEdWVekIFu4fHkVZ85uoFppIxCS0exL2G64dKRrUcEwXYyPpXD77Ydw7MA4KjsVBMWaBDEIqRDtHMqP5hqdJAU1TMDzSqhc+RKWTz6D7dVVf7ozEI4jO8kgGj3Az8Wp9/cTyEjdo9PQknt5HgKAuUWtL8qwJej0YtBOMI2Ar9fFOIdgH/4go6rDGpAhdRjFyZbEisVwWKYT22g8ex5dMi6bLCOseEjwPgtjexFQwv4+krxlf9MWkdAl9rgQezqEU0l/mrbHdu4TFIJy2C+06rRNuJsGdJ5DnRvj7RAQKPs8yYHktsl8lIAsR25x3OERw5DP/NqvTW+cOPEQYeilZSNm8HXaxoUHj7flS+le+ktITA4Ywbv+WIHDCOoMB35ij8jo04KiUImEXqXmT2ObPKbR3GFHt/3ZhYAeg9Ee0PkbWF08h1q1hP6gR8ccwmEnFOXHQ+zUkXQSWysXyCYYVJ0kA6oLbSqJibunkb9uAlNHbsD+u9+Oqetfi9T4XlAJ+PUUZLKPdKKA629+BeKJMXzmgXP4T585hzOXquiYMnbrEmodOhOBoDsEevxpszvYtoNsGKhub8MaDtEXy7O7Xb46jNJd1NYfwrByno4rBt0oRXiu8sYOAbCHeNIlKJKmiBjvNsknGoz6W1BiBciZa0uuPS1DJpOms0Xp4CbbQ2RG8qddIQAs8bN9sgMxmMgXTxXJ74ESScEcdvy9HMT9ZaIBuAPTr6Qc5DHJWBCWZlK0dJAsZmEMG9hZusjjO+gQDIfVNjSVTKbRxeyx6xHNxdHid+F0TOgWJcpAQcjLQxqSSayfhEcG4pGaSUqWkoFsgQBFWsRXuKDr8UOSdILf6EvPRmDwdZod1hRTqWimvkEqauCOG1+JZJJRZEAX6Nsw230/jSU9SbaQZUei84uR94AUwtraJSxdfhpLzz+N1QvPY2t5EaXSOrZLawSKbR8oTEbfttVjVNUQiSX8oqLVlStIR/OMriqUpI7i3cdRvO0mTBSnMJksIj9/iNcYwm2vwx2KQix9X+fXt3fY6bsoFvcinlnAVlvBZpsuynsd2tcCm6zKPqMROQiy5NIJbOxs7FIOdCBZnl/r0CTQWZQNXd6jK/R65QodaReyVoBKfZ4Z1xBNiPRmlfdPUORzwOPn3QrpvJhFEOMNCf4UIBDx5QcGFUiDZV6jzIbb5Z1s82890qYe74XoRBkhmTUCgVj/MQ6X5xVjHsFAmGAahRmgs9L944kgImRYYqu3gdn0942U+DyDdhkNSjhZC1PGCcAeYFBuwSh1oISDfH6T98TnHhLQRDn2xi6MWg8mpZpVueR/b5CnyA4O8t6KvOee4zj2eUUJfcFvuJegjcDg6zQt2xm4uqpIZhCd3S4ihSAK+4v+3L9Lmu2Y1KA7W2hWd5GfmcPs4RsRCoSQJHUPR9LoEDWGgm7T4S2XWp7/DcWgGn+KAqCGxIjHbyVJ6bEwewy98hblQQKFWw7h4I+9Cod+4Bakrl9AIEGgcRSowqdrS/DooN7uGqNaEzYjukhHtoYEpsEQMbKU191xHfZN5/3pR2Ei+UgM0omgJ3ZFFnP6CkWjadu4vFb31yrIgrL7MwqWP/056Fb9is6SzEjdKMPuO4gVjlCjqwhGAgQDMXtSgKSFeEyfwNLhfbThDWuQjCqDPl9Gm0BQh9shcHXJBPqX+RybvLjGz4lsxghfYv0Qb4gOKWRFOD0FhRRASBY9kUWPVKbbH0IPKqBfsxO7BE2yGsVCu7+FYDaBqVte7qd2i/UjomS9VWr7i56M7RaKqXkcvu1OH6zbbYIw210hDXGu8tgdBXa97ueISJQuskc5BJHfoZNL9T4rSfuX/QZ8CdpozOBrMLqEdOPPPJf9obdel5XC0XvcqvaywIWxhFIdQ2xsDNGxAnQzBqs3YMeiBu900BUVg0l/08XpazUBJxawd+8NKM7x5/HjmNizH+OT84jG00gncwhFRCIPuzUdYGJsD47sfRkmsxMwGLEcRsDCq2/CwR/5AcRSIcj9Jr2Wkc2yKE8oK8RgYnkHRr1Gfd3xk2fEOgcxOCZKgzmOhySdVZYkXBYrLillBN32GQGjtpjnF47Px/RH4GudNsYKSYxn4v7yaEkW7IYSxmCk1uJIF477dRU1MglV5A0YolipjWB0HOHkOCO1SEUmH+J9ul3KJB4rOXxZbZ5LoSafhEemYLefIRg8y/d4bX2OsuAo70GsYiR1EXpdpyNqUd5fGB4jvk75pSQncOpTD6J+7iI0hYyLiKbL10rGi+lcsXgqMzWPZGqa7cLPKGK1YpoYRKbC3j6sNRAKxpAojKOzvob2hUU4BMBwPg+d30H4Fo2g0oRCNiI2wxGVpgiHxMTqlqrm/uDd7/6D7ZdqLcURGHwN9m7v3crzX/jIvV2j9Quqrnsw9GmtlM+Gx7L17P5psxDeE1SdgE9FJffaHLYY7GpWdhjFGmi0GaFkRjtNQ0yU8xIJOHSKVqPmb0bSqJbQbVQYeZsYL8zjwPxtyFIWDNoV2O4QQ3OA2KE5jN9xHP2LZ7Fz7jyaqyuob2yhtbWFxuY6OqUdf4bBtuggs3v9dQmWWKjU75GxWHQuCROFDEq1Fum0TRagoNvt+7kEuiZqIfJBeYxMj5FVGzHq8oWpLCIRknGXWp1MRiyRVtUo1CCjP0FEpzMGU5NQ0vt9huEOqwiGkwiQyYCA5AxavDapP0GRIR5SLEsg0NlGLcFLIAdmyBR2IJN5SFGx8nGe98AuScZCncTPhAjEMoFjgkxiE4FkAoO+hdLpk2hcuoQMnzGsBRGA2CFKJxBcy7I0S12yqQIi2Zy/B6Wi8DsJieQsD222dXNjw2dhYhcrUX5eDIgGCeqhaZ5njwlPJRgEkwQEcX1+p7wjz4tsuK76KQLClt8pXoI2AoOvwUQk+NiTl59/21umH7vxO4d/6y4deE62lRuljP6Z6JGpNakVOqgNKY8lmz5g02F0fwGQWEK8deU0dpdPY2v1NPpkC2LGoN1uECjKaPHVIGCIOgcih35y6jAy8XFkcmQaYUYou4N+t8XPNTD+2hsQljsonz2NnfMX0FhbQ2d7xx8gC03MXssBEqPqCwcRm5iiQ4bgiqXM7PxiIE3kGYjxh4P75nD3K27G9HgBAU1Gq9NDhy9NpXAQjkinFgyiRwCSCVpJockjBC6Clk15I6oXhaPTbBUx20FA0CRKg3HKpHF+nq5L4BD7OYg9FcVSa3/6hG4onNtnHxYBqEuJ0DwHt7fIv1MKUNdLkf1wtb10PIEEDt1PTD2KcTqdh6jU9ozyMpmQTqfubPhg2622ESVzKKbnEdJiBCue2yLQiuXOQ7IhMisBNGLnaj0agRwLY9CpYsj29lwPkfwYAqkEArkswTMKrzNE5DrKlDjPw7ZQKdU8r8v75jmkCFs4/Klf/dXfFTWjX5I2AoOvwz7+wFrzfe9bs//4B3+mUl7didWdxofbCXUrU47d5HZ7OY+aleKTHU0k+Ii8fhmqpPszDUaHUZ4d2hk6/ui8WHE47HRJnV2EI1kCwCzS2TFkxscxffgQo1oSy2ee8isgxQ+MYfrWWSik2dVLS2hu76K5s4kmJcTMG74L87fcgTwjW2Jsks5F4rK94ZcAE3sZmIM+uvUGo7EDsTFpJpHA5MQYXvGyG3Dk4IKfsVincwyExHFlPyCT/aPVHmJ7p4PdSheVRh89SgvDsJGfmMTCja8heAmHqxMwSP3dwbUpxMQevleC3RVLnG2/HcTmLvRQOigZApmD11uHI8Cgv8p2WeQ9MjIHpyHFb2XbkTn4zEDkUogFg6LeAP9tERjrpykRcuiJnbH7DeSmswjSuTuNpj9TkE/NI5fcg161hh4Z17DZhmm4SGTG/HLytimmDgOIjGf5PZDlNDsICocnaA8praJZyoRkHFJQgzpJ0WO3IQfDbA8BLm0xMEGU6qyfOPG9T5848aFrAy8vMRuBwTdgJz72MfuH3/ymNXPFaNw4drdGT/kuGIOMTmdTAgwgYjCLNFnssiRWMIrdmYTetUENT7otdH2AujUYjCMaSSEh1uTPzaO4bx7p4jiG1NgXTj2CzbULyF83g5k7DyMY19EvNwkEZZTICraWFqGl0zj69ncxkPWw9OADWH7mOVg1MW7QZkyVCEiUJemcP2reIQtxRNQUezkQqGxZxfTsNO65+w5okTCee+YMBmQSfNsfVVYCCqqdAcGgxZ8tXF5sYDi0cfDANBaOv4yam8CDHh3vMszuGjyzSpou9ps4TCCQqNEvkRQQAPzoTpng0gGtJmxDbOW+Brt3BeawCTUyDSV1FIgsUDoVCALiP/qaUyIIDNiWBQIMZQqvIcY/+lUx+2AiQUDLH7kOza1tv5CLkD3RSB5xNYcB20AyRbuTxRRI/6MxGPUygcUV6w786V+j1qFMCUHms8emJylTNHTaW+ivinGGOPS5AEGJ9xHKES6drqTImus6046jP/Srv/r6yokTf/OSGzcYgcE3aN/zylf2X/177+39qzd853drkvT6oNjzjH1H0FwBCHpY8nPrXY392qB+JiiIkXmGd79Ti01QooxEonJQYW4WcQKC5dio0WlJO7D47EPY86a7ceCfvJwUl+7UaqNNIKitbsCl/q4tbWD/3a/F9Mwef+3D5sYWzj/0BM49+gR6PFaTeSfUDsLxg2QDBiXLoNn0pYLOiKfzdgkNBKkAUmQVZy4tY2N9i+85GI/F8fI9RzCVz8ORTMTiUdTqfaSDWcykU4goKZ4nhkA0iWB+ks/Zw7BymiBCfU1pIwcSPityBhs+CHiMsh4lhjnY4WuDkfgqaXiIWr0AjdFeS+6HHLrBbzt/8AFiSXOF5zIg6THY7RL6O09jQIcWszViabbYUj677yZYXgI7z5yEMRTJSzLicVGJSUNzc5UAwmtTMsREqTkyMouMzBt40FN5f9o2GEsjtfcg2cYmhlsiB8QkM3AQDuWhzSYgZQS50VqeGv0r6oTPSrJ2SdMiS5J0z+a1XvDSshEYfIP2oYcecr2PPB7qtyrHGDneKonwy45H4sm/skOLLczFXN2AfKBOmily6fU4I/8s8vN7Mb5wDOnJGb+SsUi86bb77NBD9LolbF89C5VM4MgPvB1T99yB7tWLjKhDrD55EvQCf15d1Eccm56FW6oid+QIda3sb4qaZCRcev6Mv1uxDwi8hVA86dc7WF9aQVfQajIGPSSWD4sBQwmF/Udw/wMPo7a+g5sK87htbBo3UG/fceRmvPzI9bhu5jBesf8WzGb3YCo2j8p5spMLO/7ovZ6JI1LcAy0mMhJNqNG0PzugRBOUCF2I5dpitsKxW6TqLbIWSgRPRTh9ALJVRSBOXZ+80585EIzAE3UUsQOQQUhSglF8iEHpaQLCNqFC9etOxsWOUmRUcvYA6iu72H76GV6bbMRgG/aHSMXHkU2NE0DJZsgSgkk6/fw8mUgPVov/TokS82Geu4f69hXsnn8GRqmN9NQeOIqLJL8XfS4G/UBakiR3TZKi79WCpb9utdTnQiGTUuFDgu685GwEBt+EiWXNP/Ga10v9Qe8IY/C02IlYrCCUHBme4VC3il2RSMuFAxfySO+ZRzg3RkcQlX5ijKgG+u0aVYXYtdmGqO5T3jyDdn0DmekiDnzfvYzgxJh6iZ26jtoyHUkL4cBr70GInV+lszvUvtFIlDIi5q+NSGQyaG+uEwx2+eVK1NOqn7LrKRqWtndh8zohVRRdjfiFTyK5PFZ3a/js33wKN6fHcXtxDhlRQyBMZ3Y9xPi71yeHGDIi87M93keXEbbf6qC9UUev2UJ6ms6ZSPsrKsWGq1KsQGcLIZA9ikDuJqixvVCyxxnRs4zKRwgcs9TnhwlGQWjFuyFHX0YQIKsQxABNyoNdhmQBDBFYnRraVz9F7a6RSbHtElmeJ0q5E4WnJykT6th44nECjeOzEc+zKHcG/B6u1Zbsse06u2LFJPwqTz2CpN3sIkDW02utYvWJz8HpGFADEUTTBSQmxxG5fhLyDSFIEbGuQ/2A5fS+oOvf0fqN3/hL46UKBMJGYPBN2u9+8e+3fvHN37NlGuYBxzPGPY1NKpyPmlUiBbdUGT1GJCmsw6N8EJRerMxzGSm7W8uoXj7DKHsSzdIytq48C7PX8Muaia3CJl5+PSNnEG6ZrNS2sXPqeYzd/ApM3n4HPHby6ESOIOJBZjTUGP1ldnar2/G3bWtskxnQkcWOTYFEzK+ONFEcQywVRzQe92WKmOYT27s/+eHPQFkvYYJOls2OIzEmlv5O+mMa/e4QrWoJDVJ0sXuyWHrtF1BRJLTLYv1FG8O2GMRTEYnTUfl3e9ggPbdhNa4wwtehEohU2YFO9iAAK5jcAzmYgpqYY0DXeU5qdn/hkthqnVSeIClT+3uBA34GpNs8g1BEFJMt8LoETov+qIahpA4yqi9i65nn+JwuwdUiaEj+rIJgCtnp/Uikc6hcfhz9yiryU0cxLJdgrO1AFrUco/xudsg4bB2qGqCcmERmYR7Bewpwx92BK9l/bRrKB6PRN171v+yXuI3A4B/BfuK2t2x5khcznd7t5L66WGNgdUhvSZdF8pFIJIJBTTvo+zS1v7OFYauCQaUGl+9pjGKOYVOHhxEM0FmTU5DpcMn9E4jmQ2IjEH+asLfbJMOYQPEVr8Bgc4UdX0d8bhZaOknHD9GJhuiXymhurGPA6C02TbEsk+fIMnJHfEmQzOWQopQQFYobO3UsPnUBVx95HgFHQUFUDAomUd7a9QuoNBoVOmACoWSKkVhFYWYB0QTpuVjQE+B9BWNkNn00duto15rokC0EYjnEZvdDEtOFSgFedxVW5UHIvVX/hcEivN5Z/qTkGT5P2ZNjBM7z3kRBIZ0v6nYx/Clp7J1RXqMA3diks1JukEEJBiCSkKRAAg7lToOOvfnEs2Qxts8shEJz+Z/Ywl3sbRlJFzFz5OVsfwN6lGDF+zIbdT9JKbZvH7qlHbgdk9cJIp7NI3VsBtLN4aERqj5tN9d/OZoev/RSZgP/tY3A4B/B3vfQp+zf+f6fWi03l/aZ7UHR6tmSaZrs37YkavuJ/RpNOmev34YzMDAQC4CaA1i2iHBBRju+CAhaQkG8mEOmSM2aJM2eCiM+kfLLfQvKX19cgpzIIX3TywgGa2idO+cXNxX7N4oKy6LKkQ0HWpT0uNHyl+gO2pQRqRSimRTBgn8LhQkOefQtD0994mEsPnkOMrW42B9yfXcbW+UddBwT+48eR6W2gzC1v0qGIfYytE3b3/q9Xa1jSHDqt/hcfJ5mq43yRgmVtRKfq0sgsxBJBRh9VaiRQ1Bix+DYou6jxHsQ1Y8Y+SMHKCduI0Mg8MmihFoGkivKl69BEjURRXk4Or9j9kjjl8m0emRBjOYW24IAokTTfpJRr9rwtp591q9jLMYURFtRPRGMZPZuB816xV9WPTZ9AJn4DNvJQa+04o+xiCnGQa8Nuz9AIBlHvFBEeDptOdPdL5ha5Y9K7/npJ7Nv/JBIlPiWsBEY/CPZib/9i84/u+M1i/2ge6UfdwJWQpk1FZOslZqbf1fEf3R8UYPPIcUWaxPoYb7jiuo6oTA1cTEIfX8M44nDCLmk/WEbwdS1wT6RyGQIB+/3ULj7jXTQIJqnT6FHqu5QevjbpVFKiLJeYUqCED8jSrELOhyKUhakxUIhGQnqe5HVZ/RsNMtih6UOguEoyt0eHl06j/kjR2DHY5icmBWuxeMGcHmfO4ygl5YvYG19BdVayd8ARuQEdAk2PdJysYKwTclQ36ygTXaSThlI5BmjCQJi4ZCSuonsIkhwuB6uNgk3cAOBMAtPrAEQBUkRAVpkCp0qGQMDvE1nptSQdIKYyGQ0LKqvEORQhh+jzKBkcGXV0TLx7YuPnzpl1qvjqio2eZegiIFRMY0oZm9E4hPBN5zMIzZWhE6JFJue8wFaZC2Keo2hVJISYQyZmVn+PXZSHu+8/+r22ucP//MniEjfOjYCg38kE1u0Lc+cHd8Jbt+5pW7dvh1czTYiTZSjVTSVFuy0joY3RKE4QYcIIBkZQzyTobMGYYYlbCg97IaHKNkWolIOxcIUlKwCXURYjZo2m4ZJbS4SlZIHjxIk0uitXkH76lU/t96js9gEimGdjjMUxVHpiCKvgHFNsJLkBPV6LOEnF3W3dhCPBhAfz/P4IRlAA2c3rkJlNC2QKodCcWSVMEq1Ctbo+Jd3lnFx7SJ2Kuu4snkZnQF1PVlNUA8jLfYmEN2I4XhAyWPymp06pQ8yyJLVhNJi63c6snGVbdSCufP3MLpbKF/6FI8Z0mk3eY89SJ1NOj21vpriKwY3lCRIUDYY164lBgcVXVQvJiBEySZCh/jcoQrB4d88+v4//9v2+ubL7FonZ9V6nlHtSTYli92mw4uxmx6Bkj9TY3NYfvRjkHiZiTvu9AvApKf3ITk+h3Aq5SmFrBQpzr3nif/0H7dKj629+SdvOvzaf35g7+IHLix2XviaX9I2AoNv0ggCwTd+W+rOixfv/z+ape2farbKdw+N/oRJ/V41qthpbmOpdwmr7cs4Xb+Ek84pKGMuvri8iOL+DNqhIb6ycw4PVc9i1W7gvNgXceCiNabgutdeD01V/AEzhVRdjcXQWVtFaHwG4bF5RssmmhfP+AujxG5JYqGURbDoVGvo1uro0clbYuWe5yA6lkdtp4ErDz+FaFTsohRAbmHO34792SefwgolwfG5Azh24+3o8DPPnX0a566ewZWlC6i1hSwY4FhxH1mE2H2phxKBSbEljCWKiIep36nlxWyCIYDCUygX+ohQh6fyBCQ9Qo2epTOnCIT7iBtRRDI3QCNrUhRGeARFui+k+BSkaIrH6zyGnyM5kIct/q76OyQJ4NSDcVxd3cDG5q4V0COPPvpnd//SO3//9NW3fe+dTuvMZsustGfs3jBgdXqSkGS9Rp0MgbKBbCw9NYdQMA2jUofb72BoDKDnKDfiqatKJnEyMJ75k4tnP7924e//5vWerP5SZipxq6fKU99TnCp/6Ory+gtf+UvWRmDwDdrJK3+S+7Y37b/74pXP/kS9Ufm5SnX7NdXK9kyj0Qo1aozw2x3US13sbFfQqfRQ2a1gY4M0mhp1kFrBRmMbm9JVbJtX8TgdzmUQjCQVbPNzDz53BqmpDN70xlfBa4uVfrygoiKYG4PY8LW3uQ49nURwvOgPNNYXF2GLtQMm2YFYukwKLzZiGRAYRKJRbHLM36F55dnnoVJTzx47jGgu66fbrpxdw5lnnoNLmn/Xy14Dh6Dylae/jPNkAka/hTwjtEcguOvgyyC2Q280a4gSSHZEVqA5RD6RRz47hgAdNRwKkR00rskaypNWeQfhjLWkKTtnevUNU3b1iCxR6HtRXk8nAGiQQqIIaRxyhGARTfI5JZ+6y44DUdlMbN7CE0IKpui04xgq4/jjD/42GUne6zWu/uar3v5Xz37gA/eFtbAUSd+4sNL17FtzqVwmtTAjFW44isP3fhvicxMo3HEdJl5+C1LH52EFHJQWT2JISaMNtPtj4+lfCbz7296j3BR77gNvecvrInLge0PxRKIwP69F3PBeq2GEvv3g3ic+vLjY9b/8l6iNwODrtA994G3Tr3rT7F1bW+fe3WnXf67Xb768Ua8mhY6uNepSrdKVNlYqWFxcpfPvot3qo8rX0GB44v+GPer2dBSeTOpqiKTFLo+hNKDOD6gqQURMrTk4dPQo7jh+mO+RGRANxICXWFKrxqIYXr0Eg9Fb1SkjGKmtfh+90i6psMh0FButMiK2W35OfjCdwsyrX4fk3v248pnP49ir7kBx3wKSs9NYW9zF4hPnUV5ahqkC1x++BY9cOYnTl8/4qbu5aBoJPUpJE8Ntx+7AY6e+jHq3TiYQx0CA0KDD+3KxZ3Ie9U4NhfwUeoM6RFq2YB+hYM5Npscuz+7Rf6RVO/soAeegDGNKAI8qqkYHI5DDMep6ygRKAjE2YHebfhKikAUICDZAuaCLn1nShBk8+tgDuLJ4CprmVp558E8+9ZX/dGrTXj53b8LTfzKD0L253Nh8ft+MnJibRuHIPowf3Y/8sYMERDHoKEGLKwjNJRCYjgsANpI3TC2ut75wrv7IB687/YmPfCcizvfoIX1eyU5gYuFW6D1FdUwzFUoEHvnjc+fWXugGL0kbgcHXbtLb3vY2/RX3pD/a7/d+uNPt68OhfbnXs067duCBWq35hXql22jXGnuq5YrSHw7Yo0V9AL9nU48z9JOvmkNB5z1k8hLqZQOpuI5SmZSaDjfoGeh06dAEjaNHjuLb3vwaGM0GVAKCTGagBEPw1GvLo3uLV+BWG/5S5aiodMTz9zZWYFsWrzH0BxgD8QgW3vxGHPjBH/XPkx1LY+8tN1Ar52Hw3q4+eRVbJxeJUaJwSACFPTNYa5Zx9eplJEUOgqojrIYQDSSQSKbQsDtYr2/7ez7UxfOJoUg6/jipvUawisTisB1RQ8Hl71GkkpNSsOhogcJYafIVf/jx5YsfPdtulY+bZntciyURKeyHEsgTECZ5/2k6vFgazbOqYm+GOH9XyXJcDOp99Ld20dvdwuWTT+D0+ccgNVvDqeTMutpuvVaXtH+RjsSPqJ6UDEZjkth/MRKNIqAoxJkeOrvbGIjpRAKY26zA6bagxwPI3LJP7enW5MP3f/61Tz946nWV1dLdjZ1mJpKblaaP3Y5gNINWtQlbCYYTC8fWf/buN5Z++a5bzN946CHzxLU+8ZKyERh8jfav/vnrc//k+/O/WBhPvs7B4InB1vT3uV7/P97zqv/7r+BOf/HAvtc/s7T6lTtUybql3xvCJgg4ooCIrCERTzJKaojEBd+3xf4gKEwrfjZgIKD5hUh7PbFPItBsWrAsBzff8jLcevgA6bIJLxKFkkjQS2yCwCU0L5z3B+w8kYE46EO2h0gdvQ7po4cQJgBM3HA98vsPYM8b3oCpO19Jh4vAabVJ2xsEARmXFpdw4ZmzKF/ahtHg50npxb3O7N2Hi9trqGytISwcSSQX0SHFfRZyRWTiOazVKG9a1OGeg65jIRBO4uVzN0LnvYupPdszCEgGIpQX0XwUTmYjemn3gdi5R//T/a/+nusv3P+xz2cr1a2XK0pATWePQNFSlEGUBnYfZqfU7NYaRnd7PSi2aC899xi2Hn8e5z7698CmA2ulBbnnIGmrmEQ0HGu5YseUl1EixZtbO5JIuLI7YiFY38/hGIjq1FtltqHH98nO6h1YIkmq2oI7sOA1uzAlV1tfK0W21mvhRsOUi9kF6eB1dyM3O4sOP1+pV/hgrhwJRA7CkV7hBrNe4st/d/rEiZdeHUSRpjGyr2Lvfe+xSDg8e8vsocQJWTP/NJwIPXDn0T//b3baEbr1uec//mHH7L91Y1Uk7bgIkQLHYikEw2FsbSxS9lML02mGDSBdlBFKspMOdEoHG9u7Ajz4tz6BoWPgDW94K377N34NOqWAmDBTxNZsmytorqygU6pBjxAcZMUfWBTj9QHxMxamlAj5+QYaabo6Ps5vWEX5yjqWnjqF6soqLl+6hK7Ww7BmYSq04Du8qD9gDAzc8OpX0ee6+OMP/BYmyDgi4RS6vQ5URv18qoBxUudat4Fyp4oOJUInEMKrjt6O28YOIqTraBttDJw2yozE0XgM+269BbvRj2G793wrIiV/8fv+r+U/fP8vBxYi4eSnQoHoweLUTShOH/cTr2RZbXQ75jNnv/xsYFjq3x5XNU01g3RYUWcqjsmFY3wuF3H/GR2Y1gBXT59EeXvZT+zSXduPbOFQFBRU/nJlsWN0LJdFvJBHmEzBn11QZUqMANsqRHYQQiwRJyAoqDTacEMa9D7Pb2p+jUTBxHaWKaGaTUxPzCKazlix8eLzsdnx/yv0hld85do3/9KxETP4Guyt3z0/PjExXgiGYl9+/Sv+/JN//ofPt1/403+xT3/6IeuVd+0dM+3B62zbkSamJzA5OY3+wMTO5jY67Q5cV2bUV6iPXehkCgFdwrDtsXPK6HRsmLaoOSixo9tkEQm85s1vIqugtm6QqooVe5QbIs9AT2To4+zwPEbsqaixQ4sMOpUOqGXSCI5PQC8UAMtDZ1MMYNb8wT7L6GOLmr80qCEdiCIoUa9TLujU7nGCVna8iL2HjmHx8jn0GzUU0mMwxajGsIOB0UNPTB32O5QOGvZOLuDQzAHsHZtFOiayFKMo7ez4g53GYIBkpohIOoCmfBJDVINBJz2Z9wZfKO9cbYdD4buJAAtdUvfq+iU0tpbRrO2istyyt05XEkZpkBfVis2uRPmSQCRPHsBnFpKkvLUNsTV8IBrCyrlz6JWqBKsAg/fAL7TiWGK5tAd/aza2l0WaL6od9bd34fE9r9/33w/wRnWhSRQN8YlxTN1wHJnDexEtZvz1FxuLV1HcfxhnH3sANT7XkOfVY2ElnstMyKHg4Ne/719/6cRf/76offuSsREYfA322b/bbP3yL337xm03/9bSP6QVf+wnv3Pa88yXhSPReDCQ9PP6S9s7aDNyRWK6kNj+aL3DLhRgJE1nAqhXGIH4pyZBwSYzEKJZVCXKZnJ4/RsJBuEQpB7peiwDJZVDZN8RhEXl5QP7EZ7Ziwh/hqYmEZybRWBiAqqfuxDy05+9oeNn1wnnNMw+upUeqhWDju4i61IGDOk0dIyQWKtA9iLqHUzNzRM0TKwvXcAUnTCixNATQCJ5CJJ9xCl58ry3dKaA1Z1V7LRqmJubg2JJqDZIy90ur20jTFASRUob8kVYsshK1AxJDT3QLe1uxBO5eyUluMe1A5JnaahTvjQ2e1p71co1lmvZYbWLXpuAwuuPTe9FLJ0h0zJRqWwTkKr+prHJiRl/nwaj3YMo1GgzusfJApJTWQJTDOE8QTEpVlSKZKM8ckcPIL13BqmDC4jPTSE8nUd0bhpqMsnnZttbLoE0i2A6gt2VZTInSg1jiMVzz/nJXPwWECTbEisaTdMwK17tyd/72EfK1775l4aNwOBrtD/4g4ec/xkQfPnL/z568Abp27rd3luNvnnHsG/D4Ku8W/aBQFE9vkheSetdIoJIjHMZkZPJEJ2Ux1VsDIYisUbiMYxWskqG4OGuV9+DYj5HZkAK2zf85CG716c0YERXQ9c2DWVk852frAOe7K/b90j5Rb6B1Rdpz9TIA8oC/m4sDxC3IsiHctTROh2u5+cbBKNhOt20P24wMC3EohGUttahKQHkkkWEtBBSwRgKiTwjq1izUMXl1Us4TzAIp9O484bbKX0G2GhsgH5C/W+jODWD3Hgalc4ZNMlI6lVLiiezH7bq2sBTzW/TZGXvgPck9oJcv7CD7opCfW9Ig2qfYATkinM4dMsrkUiOoUrnf/qLn8PW1WtLsGuUIe1K3c/BqGwsod4so9/vIpLMIzNZRCBCtkQQFUVbAgS59OQk8vtmkdm7B4npKUQJnmECpzZG5rNNzbZbgUc5JAXIrsTsjDHA2mNnEOKzldZWkE2NIZOhRCqXsUqZRakyrZrDm9997zvO/ebffeIlU9tgBAbfoN1334+G3/Jdh+Ze/YaD92yXrr6j227+vDFwb+00O3K71US1WkWTWtN1SS9DlAbCx9naIoleMFlLOD8d3iQYNDoibVfk7QtWINiDOMbFzPgsbrzlZni1BqP8ADZfzpCe0hHFP8Rqvrq/+IlahGBB+isKfDg2/PqD9Ciburffo6LxbDT5GbNsI0AQCEXoKNTUDhmIw89IdCpR4GTu4EE6bYX3bDMinvLlQz4zhigZgcz7ru1uYG1rBS3q9ZVeDW4sjre/9tsRs3Wsb6xgs7LupwLH1DD2HzuKXLqAmnMRLZORvue2spHIqaHRCjIS/4uhZYQkz8TmYhWNFcqjdgj2wEOLz2HrQdz8qldh9uAxhCmFZDlAcO2R0XQRECAoqRh0msgUpjF3063obG/BHYrKMirCKQWBAKmWWKNAWaEGBdjFECT7iSRT/kpOSSzqyuXhkJFIVYKBqPCkiW1oCdrJNLr9Nq48+TxA5tSoVCBq16fE8utgmJgrkfG1oQZ0ORZNLf7WZz7xzAtd4kVvIzD4Ou0XfuFo6jWvufHG3dbVn7eN/q9YVvcdlmW/0ralaKvZlWt0pgY1Z1PofDGbIGqdEAiEk1uko0IrKHQ+Mm/0uuLvql+y3CEQDE3nGmvgsd1OD0uMhHtn92BuZubaAhxGcVG5SCT0+PsKkGe4BAWxQk/slmyJKsQeZQh/90RdAXZcUTZ9d2cNp6iByxsdZONpf8cmneeJUeuL6sgGHVCI30lGzgGB5cq504jFM1hevexr8LHxCYSiUWp3Hh/S0VRcTE7OIR2JISsFsX15BVd2r2JzdxXz+VkUsgQQMWCnWVjqXIITHOLKalOKhJSuqgff6rrSAU/VURU1Fi/1YDd1yKZCqdRDh+2z58hh7N17ALmcWNqswqLc6hBgy7UdNJoNfxpWbATb2CohTcDMkLFEhkFSeZ0OK5HtiCFEMiWFbUtgCEWiiGdzCBC8xBJqogUcWUfr0achtciOUpRgwRBkvi9mbVwC2un7H0VSTiPM46sbu8inirxuirKOIF+vIhxOIppLbv3iD33vw7/1N3/Dhn/xm5jrGtnXYPfdd5/88MN/klvZ3DwxsPp/GY+FflQNKNOeqwZNQ2Gw7qFSXkOF0qBeZQenBvX3A2Dn9v/nUSKIqE8G4Nge6b1M5/fQE4VDCBbJlFhTLyQEo6QvFzQ6cQl/88lPoSNG5Ri5lVQKAWpcNRwhKIjFPZQTPFYMAvL/ofoLc0QZdMoFgozY2VhsD7+4+ywePPklXG5UYCsiZ0HxnV/s+Zigk0SjCfRqNaydP4twLIAo9fYtt78G3/62d/mR+uzJZ/2VimEvjIOTB/AdN74Ot43vh9TuYun8eVwsXcHSzqLPWnTGF5espFEpUQrpOLfewANPl3B53dHXNrQ3S1bsdjHjATeOQTkKpx2DYodhuxIsVUJmrIBb7nglzIHLNh1gkfp98fJ5XCJA7TRL8MIaltYXoblBpBIZ2Gz3+ZvuQHFyP2JOBEGVzk5mJeK8yIqMkQ2k2XZhOrmo7OyIBU8kEdaVNUAkgomakGLqlkAhiUQottfKmfP+Aq5OvYGxqVnRpAC/M1FxOhpKIKGl4facqNN1D8edjNhK+iVhI2bwNdprvzt6+InHPvsTvU7vh2OxdEFWAxj6K+nIJknfq7uMWnQYkSQTjCjQdeGejs8CZIKCql1zWEETxEChiOzCjy1DrLMLIJ9jR4toqNZEFqE4iuyB+v25p8/i8uWzOHTsMHJTcwQZOntKUGcZapSRjh1cJe0Xy4xlOrdK9qAm4tBIj5dWr+LvH/gsvvLkp+lsVdQ6FhJ6HsV0nvdBBkGvEB1cY/Ts15rYXVlBLBdDNB7h/YeRL05icfMSTl96FqXtTezsbBDotunYV3Bp6yraHeps/rc5oLQwhtiXmKM0yPFZNUR4b1bQxt89e79fSck1HKVQC0aiRkhuLXdRuryD8qU6FCsMjTJARGyx58Gxm1+GRDwPXSbj2N3Fn3/0gzh7+kmEXRn5cArj4zMEUQMywSKVyEGiDIvks7AbLRi9CnSxuCuu+5WcgvGoPzgaIJPQAiEeK74Bdnl+Z1Lf4DFB6MU8bFms9mT7ZTLwCKTltU2c/vvHESNIzhw/CqM74P3oiBBQPAJzNJbiCQj2oSARBw/87mc/8ZLITByBwddgP/ELN2capfK/6HYaP9pqdWKaRkKqhP3yWqLYRqfdRGV7199rkH4AWbUQYUfU1TidVvc3/pAU6nOyAsp5OrlgANfGCFRJRGoyV9L2UNBDuWLAYhQSDEEcI5x9c3MNX/jsf8T5c1dRbRi4unSJ2jiCtd01f5ahSj0dZYQf8uvskB2cu7SIz9z/IH73fe/HR//uEbQ6HtIxMdBo4cpODxFGt4lUlkcLYsiIx+cR7EAwhcpuiRjmMhAO2eljGNJ/qu0aOnaXLwNVs4dN6nXDcxBhBK7yfcWwsTc1g8NTBzE3v0CqHoThdLE9OIdWYA2e3sGcnEemGURnp41+pYvWVovOmIBKpxclzVRSetEGhbEJrC6vYXrfAi5dOIWlpQuIh8KYHJ/kOS3ELQ1mr8d2NJHLF/xZEAG0/Di6zR3Ei0lo0aA/XiAklc6oH47GECYg6DxWTMHKlEdinESUraTw92WD+OI0Mi+Z7OyZv/ksSkvb0MgyCrPTCAnW0LMRDsUI+Dv+jtqKJmPgDBUpKO3+yI9/x6k/+ptPi1JNL2q7FqxG9g/av/nVV393qbzxy+1u/XC73kcwEGFUIjukF/d7Jl2qRr3boWYnS2DECgfDmJnZy08G0GzUUSZrEDJClCizTJXMwObvQgrwEH4mIKr9khXMz2o483wTZKf8ZsRGJNcSkVTNo4wAdrcMBrUwDh2N4PiRELq9GK4yJo1PTCLOji5mFpauLGG3XMZupQ6x56IAEzHtFiYzP7iHbMKWkQ7P4jVHX4YiHTTMe9QIWHBJ70lzxPbt7UEDU4f2IztW9Nf8L5JhiGOqjQalCNAh+Mh8hmZpG6uXLyHEe903fwTZfJ4dyvNTkresbWxGLqCRvszoH0D87AK0RoDMpk+s6fltp0QS/pJnMYuRDDKSMzrbqgyXjrmPoHL5+VPYKO8gJoVwdPYYmv0W249gRvDa3FjHwsxBzB89TBDWYAz7WH38cRQOFJHbS6ALipqJCcRTGYSiPLdIwhKNQMbkJUnzScucixcZDiW4oQB0yhOFxy899iRD/Z/6KeKqreLQjTf6W9ubta7fdvXKNpQAEZ9gIBN0pm5YWI3k9XfueddPPir6yovZRszgq9hf/uU74rV2682tVvPedrNLzeli0BuiRecXjRfQTHbsNkoV0m6TjpZKY7w4h1g861N2R2yu6gz9FF0xNhCJSwiFdWRzCd/hO6TuKh3OJmvI5xR2dodUnKyA/yY5oGO5fsdVxYfF1CEvmswMqYVNOv4uTp5p4szFyz4InDx1Fts7JTSbHTiks4qYyiTgEIN8NmIwzKfTAdSHW9gabhMswphIEhCom5PhOKl9kq4s8iBMtAgmooz6DuXB/Mw8jt52Mw4ePIbZ/Qewb+Gg/zMTS/szB4V00df64WQUpmRhu1/FF7cu4lJzgyCnIqlGEaxE4NbIogY1OGofcpCg6GoE0z7bKk4fJdPqD5BOxrC+uU75xXYdOmjX68hqCcwW5xEJRP3EoWg4yzae8ZdtJ7NpApDrJ2O1rqxA7kqYPLQHsSyvGQr5Ms0XaJRlMn9n41MOZOFQVtnVErxO3S8c45Ex9HgvD/zbP4JNQJ88cITMz4LV7CFASSjWXYiiqhbfC5D12bLY0JXsKBkLhOXA8++7/7PPXesxL14bgcFXsV99/y9rj97/+R/vtVsHTbGrsaDwjOZi2s40RF6/hWqFHcORkcsm6dBjSKWoyem4DsO6x+P73R472pBdktFElvwEpAijlRawENRt/l2MLbCz0nEbTYNgQzlh0ymJBha9meoUjEU8H6/Lf09PKMhng1heJYVvkeaT3iv+YijNH5gU26z7yMP/sf/yV7oDfzfINJJxGTEev7TawbmtXey0GsL90XR6OH79zcgXC4ymcb+ysKisJFs2KjyuvL7tz+XvLq2hXStT8y+iW2tAIdLkxseRzBVghGR8afksvrR4Es9vkKFsi2KqEhKM0rHVCMGJT6KSFekExqAOy9DYbkA6k4PK86xvLvv5EAmCw+TkFIZii3TXxoQ+5leHWittod1rI1MoYs/+Q/4Mg0pglSkTiJbQeQ6j00J6agyRHMGHTEcMGop1HBL/rgTYTpQFEuWPAAVRAUnms+midBy/myc/+Xk8+/HP8Vgd09dd5+eADBgAXDFmECS4aioaOxV/1qY9qPMr9jB5+LAbTacef9e9P3T29z/51y9qqTACg69iuVTtQKfd+mFj0CuIVGGxxZgwMR0YjJKCExkGXQ8JdrLZOUavqKhZqFLTDtAjre31WqjXy37dQzHDIHY57g2G/tSfqCAsGGc6ydDN/txsMMKRQdtkGKKIsk9h/ZkIDxrZgUWAMV0XIdG5+YflDRtDOrgAArFqUJzEEQOT/liAAANB2l2IvYTFzEYkJKo2O6APodVxsUUGsd2q4rGV8+hT46cZLWPU1oVJ6mQt6K/sEw6sUdeLKsjrZy+iV29hiyxE5CKodI6Fo8eQnp7Aw6tn8FcP/z2+ePoR0vkaUkmZgKUgEnGgGzr25MeRo4OHNAXNah2VBh1MJUCoKpkFwYAsptZqIZnM0QFbmJzbi2J+liAh+7IqNJ7B3114AEOY2MP7E+nGWytr6HW7yE0U/TJswXAQrd0SItlxxDKiSIpHx34BDAiUos6CAAMxm+Fv40ZGJpZqC5Q1+V08++STWDp/AURnxAnW2fEp1DZ2fEaQmMgipIdQa1ZRIyiJzXGSBM7xPXt6kXjgr6be+daTol+8mG0EBl/FvvOf3np4Z3v9e4f9QazXpUMz0otpADFopQZd9BiZxRhBrjCGcCzBfsVobg3502BHbTOaNvi7CUWxoQcUvhiZoyF/nr/bZtSlvDBtkTcAAgdfnWsOTF/jtdhP+b7YEJ3+LpYaMIbzenyz16Rm79P52VHZ1/2XmKGwxYE+MAgQ4fv8LOMvxORGkAcNhzJaBu9RnJP/NukICoGia1aw3lxCpbfDe2bEFRmTfJZas4xGvebPOBRmxpAuZLD/huuxj5Fz+tgR1OgpX7n4FH7n4+9Hqb1OMHSQESAgagcERfeSEM2lcDu1d3oshVQ0jfZWAy06sauovGcJc9Pz/oKunXrJh7FBr4sJgsGe/YeRSMRR21qH3RkiHWa053MIuSBShDc31vzMzLGJcR+YbH4/znCAWKGA3MwMWdtQoDZ9nkAQCPoJR7IYN1DZ3rZD5cDGE2hsi6QjCX229LlTp9AnAwxrYew7dh3BT2wEo2AoVkP22wiT/Q3ZsPFchlIkh1w+owWUwOO/8Xcffcpv9BexjcDgq9gdt81Emq3GP+0Peon/PKcvavMHIiJfgDTcCiBfEJ1iDKKmf4ARSPWZge1LCcvu0xXpenTURDyFQDDADp7mMRG02yY67SFSuQB/H6DTEYBANsA+KjZIYX/1gcAhIxDTk8KxRNFfscxBOH9nQOHBn2JMQcgPEgn/d37cdzKRUSduWeNv7P7s/HR+nsbg+/RzviMyI2VGPDKLkAVD7mC1vYpzO5ew3dz2nXyluoauYpGe1+G2+8imcpiY2YNBWMJHHvkE3v/xP8dnHv4sHahJgBMZVjIDq0L9L8Y9yHTIRKZI6+965csxe3gPgpkEWpQXu8srbBuTkkbH/MwBjE/OYmn9ChlF1t+ExvZMv6hrKpjGTHEe3a0aosG4Xw16SH2/tn0ZldoqdFdFLj1O6RXzp0nFJreRYIxsZRJSWNRbkP2UZFEERuw9KbLAxBb1bBaBrD4gesM2G9pEJJ3C8rNn/RmVmJ7AWG4GwXTMHyjttNrQo0HKqGlkKGuCuoJCMU9p4jjWTvnS737/v/3yiU//kWj6F61dCyEj+5/aW17541vk8yvCaUSkvTYQxSgyoDyg44qKPpnsBDtilB1EVNsVXsYXxbBIRRYLkyLhBPKkyZlMHmLHYBGQxLJhsV4hnQvCNKxr04h0SrEfo2ULjSuOEdGduldsi0wTAkAMDOphggOdkbhCMOD9iHqBwun9zwguILo6PyP+xs/zTsgq+Fn3msy4Jj0E25AIBECUThMI8n4E0hB+yu0y7r/0ME6Vn8f924/hi1sP4tHOKXyx/hSeXH4GH3vu4/j1v/lVfOhL78fZ9WfQs7o8l9i41EGt7jLq22gzoA75TGPTCiOuWHVJINqR0O3UYfUaiIj1F4MeOiKlms8/vXcBsVwe0XQWe49djytnz+Ghz30Wz3z+y2xDPlOUQMvono3lcLm8gsXqFuRgxM90tOjcwqn1ZNjPK2hVdsgQyMRiIagiW1Hs8SAYgWAB/oCPwR8mPNsiIBhsLbaQKpacB3HsuhuRFWM1ZscviJIqpFA8PE2AItMr1UGG6A8iS30H9ZPLsLc7mmzKPZD5vNhtxAy+igWPmJJdL+03jcHtYvNUjUDA7uQPJIrYGyF1jYvlteyMYtxOAIbYx8A0evw5hE6qLAYUxToAk1GSR/llzZuNPh1DVAuy/eQi8TnhyCYpvMHwLSse6bvsswQxgOijNh07FBAMgwwh4JJJ8B7o0OLa4vMaqa4AGkt4O4FDbJoiYEHmMUJuiJxZITME1fZE0gzPGot4/liamHMPUMKIc8jU0xojtjhvmNLGdAdoMvLX7QbOti7iau0qLm9dEGdCNB7wBzUFqxEnFgpFyHH6OqO4GLTzkMp6yLlpZC2RrBeAQ9CYmNwHTQph2O0jT5DUg8BWbRu7i8sIyyHMHzmK8k6ZD8PW5vNouopatUrp1aSUqeLI/BEcnFlAkPfJp0aaICIGT+Ns6z51fngiieT8uF+KXo2E+Sy8KYGuosYiab8tCqH0rr3EQK/t6QhZMYSaCWwuXaJcqyOfnSTrG0M0F2ObAonsGDITEyguzPmb0YSCuqgwPQxOFZ586lTlKx966MW92coIDL6KPfGF884Tj39o0O01bmWUz4l8fzEIKInZAvJ4wySd1UOM0jodSVQMElNzghW41KkatXCGv4vEpDZa7YbfcbudLirlPoJhh04onFI4ET2UXanPiGraYgqRDs9vxyXoCPARjkeGSyBQeE5KAUtDt0fHE3KAHxXZdQFdsAIxAyGOvwYCAkT8DUP4u1iGLBiIcC4x+6EQcCKUO/QVOotYoszjBdPnIQpPKhxb+JDYOk2soZB4vDjzQGhs/lvnK5kWxU8VghufhX/TIwodEihOAjNzARw4EMGBYxlkkymEuzm4ZCC5PVOY2nMAbDHUyyUUstOYHZ9Cy+zh1JnnxEbVKOQmEU4l0aakEAuv4skxv2BJqbWJnmojnc0wcteg04nFDI6QZoW9e5GKZzEkaEg5jbQ/igE/392t+luwtxc34W2ycVZtGBdbMBc7MM40UDuzg8GzdVQfvYBLj30Fm5vnKfEGZB05H5zFuMORV92BMYJAblIAQtGfDUpOFaFP5mQ1mfzT/T9+5yk2zovaRmDwVezEiRN45JHt7Uee+NOx4XD4MgIBmfk1RW7R6SV6y9TkDBLJJI9W6Gy2IOWMZAqdTSh1FfVGiRq6x7+J3ZQG/gKlaEz2I6bYes2j7hWgIBYg9tr/70wCpTFkOq7I2xfjlomoQikiwrpLieuhL7YZ0OiEvBsR9DT+TUxPirEMAQgBhuiALqK3hkQqRD0eQDoloj6QpbMoskPWIuSJkNI8NsjPC3DyAebaTIYmVvOJ4XQCiViRKJBH/OD/4Fhi/MRDLBkiCxBTbzbol5hbUHH0eAxFsVeDmkC55ODKlRYKWhGZ8QS0Iq8V1+ESQNyGh2x+CsXxaeTHCmi36Jzb25D5DHsOHEWttYtaZZtt04FM2r/VLOGRledhNjvYW9iDccqvANs5QBlQ2DNH6k+Zc/UcSusXoJZd1B67jMq5y+heWEf70jqczTq8ZQNoDFC/uIGtM6fRFyBR70N2NBQPXOeDzqC+s9putE/bhjShWIoSDccweXQf4mNFqEQ7NZaCFIvuuFH9kWEK//dvfvCDL/oMxBEYfA0m6t3d86a5vDEcvEHy3ABDpK1ojmwajjs+MSOJyCSSZix2RCpyxkebThBCt9v2U1c7rRYjDVkEdeygLzYt1TAxLaSyTToqojmdi5GZeIF69VpUFzUUyUKhMKJ7dDqfdkd5HMO1yDwQOQg+0ads8Z2T36RCABKRXIwtGEIX0IHDAQn5cUbPsRDGxyOktkJK2D6DEWAjshsFCxDGR/AZgj8+wn+L84iZuSAZh08/+KbHcwomIxZIGgPxrLxP3miEjprJ2xgrqgQbDesrwOmTBk6frmF7q4pGm85bnMXe8Rk4vAehqaKBLNS+TnaRRzQUQ6aQQZw/SysrPhikU2NI57NYXDuL1fIiKtVN1Bo7SIWTOD5/DNcdusGvPRDW+VzxKFJTkygRCC594RMYViqYTh9De3ULVq/N5wiRtaRQJ5jsrl3B9u4aGcw4kplpJHJTFC8h/s7rZSaQnT7gKInQqfnp9Pc5He/J/OS+THbPHtMNa5IpaZ6cypbY9p+xIL+nPxx8IPeqW2t+A77IbQQGX6O98weODIFojVHzgWQ89ZlOt3N5LD8bmpzcG4vGY7qoS2DbBjxGUTF3LiREf9iijGhTFrSo6VU6u0G5YCObSTCaymi2B2g1ZAwHdCl6tG1Ty9IJRGQW6fL0Kd8ZBVyEwozOwg35NxG1hVkm2QePEeMAonSav5DRp/KUBCYjO8+lklU0OyILUqQ2U660LN6PhWGfIMCoLrQ6yQ6PB0IhnoMAJJxd0AJxGTFuERDSgSBBXPLHJkSikGAm1gsg5Xj8sC9BAugy0j/9cA8rS2LjU8NnC6Eon02yMXSHmI+T/ptENd6fkCFG04TUJ1uhzLIUB3k6tDOw0Kk20RBbx/GeZ/ce9CXDYqeKmZkF3HrwJhy/8RY2gI1+uUnupSIQCqC4dx7bl06it7GGcDjtZysOW23eY5BAl+Hz5VBavYC6uYl4rog997wVqckFhDMZNFeWUL98EQ4ReezgYTlz4Lrqnu/+kc8e/O0fe+Q3f+3fPhebnlkNaPG6FIk8IoXDf+U59ocir1x45r1//ccUdi8Nu9arRvY12X1/9v3BEz/4oeF9992n3pp+SllSx35iMLT+lWNb2SE5vusxVigi81Dk21totXdR3i2Rzht+IlGvKwqOyJidnoasV8kcbDom9aufjERnpVY2BmJK0SFKK/5SW1FYVYwj6JQN/l4Ckuuv1xdSwR8o5DdIf0HgBTAQeRCCzrdadNa+GEHgOemowqHTaXE+8SSCHQCxhOOvsBx0JTIWB/sOa3QcMZJO+k5m4cMPGUGY5xWFUx0Ciz9AaUhkNJQqPCYYIvuI8CbEgCS1imvpqG67qJYsnsejRBGbw/CzooaCrOEdN78RL584AlcMUrohDHYGUG2dzhtBIBtGZm7C38z13MMPsx1d7IpVkudPIT0zjrEDCzy/iX3ZaVTXdxj1d+D1HMzs3Yvp648ge2QOO+eexvpXvgTXpPRqmWRVQUTiGbFoxM849CibEjNTkEmDEsW96F68TMBkKxEwRD2DxOw00gf2gprKcNTgJ93ixM9F3pLdch+txIAqpEFPll5zU0u04kvNRmDwDdrHPv1LM9sbu7846Bs/6tLxB4MOHSNAh5XocKZBjbvZqFd2a+V61rKsBcM0FOHYYhosGAghkdD96TwPA5jk3MbQ9Tda8bMPCQ42O3OfXU6MS/QpJYgzwoV5ftLyCKl7WCLzoJPSOUWk9qcYCRhiRkIMChqUHLVdRwRgWHToXEqMKZDWC9nBz7iOgmjCha4GUC0zOhNf5vYrdBzXlzOeKwYdBRzI/gyGABgxDiHkQb/rodUU9yFBJzMJ8V78aVBeK5aIYdAO49yzNTo15ZKQOgExUMqfvL8je2Zwz749fl3HVHsCOV0MDIZeoPoRuCmxlZqKXer8WCCJQVzCan0dj3z5C5QadUTZhuN2DKlQmuyJ1D6VwtzRI5g5TjDYP4utk8+ifv4ymlubcFoEZYKtzAZSYNL5i5D5XMW778buIw9D4t/0UASZPQeItjq6uzv+wHAsU8T4DUdhBZSqG9V+NPjjt3/y2rf+0raRTPgG7du/68h4tdr7Jc9x0x47mshbV5RAk5H5gqLK/z6SKPx8v218cn7fxGVFNW6KxJR0NK5QHzMC6mQQjEYKhXEgEDbDUXk1HJUoNzRFTPNFGYNsUnD6IdmGoPd8McoK9iCYhxgojBAQiCt+9BSOKuSDcHQBGDPzGs+rwuyKCO/RQekARZGHKMBERPFrx4k9HWTy/F7X8kEkU1DFTmb8MyXCC9cWKdgiwSYa0CgDxJN7aFQlXpdsQ0gZVfJf4vMOnS5MXd6pKyjv9HjfYt8FcW88jufQCCqGZCJZCBDsaohHU4iqSUTUBEyPkkIQfl7XL97arMDrm8glCpiYncOxl92OQ3uPYSo5gbHMOCLhMOLJGOIzGYwdPeBPAZaePYWVRx9DfXEFFhmW1R+QwVBqwEaQtCgYSSDDc0XTecqCZRTmbvBnSBr8vXF1Eb0q2VqzCiUaRiRX5NfaN13H+oNff+Cvt/0v/SVuIzD4Bu32O4/dw152L3t60HFMQ5YDJ0OxzG8VUrnfOHZ48vPvfPv76k8/vd58+w8cSDquccSyhmYkprrBkBwNBbWhhIA77GPRGGp/OrOQ+6NhT79FkYPpUCgiaXSsKGW1qHYkRvytAVnDQLuWiMRILHIBIiExLkCAYCQTziZy7QWxz2Q9FCcCyBWivq4fNGxM74tC0cV057XxBGFiIFCwDGNIRKEDivHBWFxHNMl/8G8i0tPv/XAfEvkHlA9ieJRPilZNXNCjBiczICCIiO/xPkUSFTwNzZJHttHxU3yDMcoMvmIpRlzKhWDYRroYx/Gb5mAGuqgMS6h2NsUACEKpGAqZCQSTKaTGCmQYHX/j2Ewyh8nZBUxMzODITTdjfM88QscDSE6lCa5pAlWcLKCLcx//GLYXr7DtxjAUdRe7VUZ82R8TSOTylDsx5A4cwPrZk+hsVTGs1TEo0fklDdm981CSYcQmpxGfnIQeTnhaOPzF3kzig7/5yRf/TMHXYiMw+AZMjBnE4sNbXMd9K+NnNRBIvD8QzPy7f/Hjv/e3f/u3jzc+9KGH/Bgq7N5v/7b64QPHHuga6kc0VVoORROfCujRx0OhzHthpj/SaAyebA+CrzD73nd224pa3unCIlRsrA2hyXGEQxm6oOFrczFI6Gtz/kiExSCl2GOBjimLBCOf6RIExJSkjlQmTLkhoyt2IMqJUUFKD3/OUji+YAbCBAN4gVUw7AuZI0BEzDD856xHwQ78JZOa7WdGGj0VnTb/zp4j5IGYihSFRQQQ6GQj9lBFeXuIYd8iE5AphUTlJ36crECwHjFg2ew24Cn8e3qAq/3TqKjbkFJVNKM9dMYMhAlm8dksFAJbYmqWzCaBeGwC9mCIVofHElRk3qNctSgb0nB2Wlh75jn0mg1/LCAYT0IVYEkdFYqlUJidR0DWkS0uEFRtXH3qURjVPtLj45QmSYwdOgQ1G4HVbMGstEX1IzcyWTynjuceiMjWUye+RcDgWp8Y2ddtv/3v3vFex5PeHAwG/uyf/9gHf4sO9V8A4B8yRmP6ouR+5CMfCT3+lfe/odGv/ZTturdbQ0sTNQfEIifP6aFeHaLGzk4ZwYgmHI36l47ZJaUX1D9C2m6Rwnd6Is+eUZmhPBYXg4T8W1RHbixGx9Rw4WwLmfEwDGPgZzza1Py2KJri+PfiDziKgUlB6UUhlOn5OPKTIm1Z1HF06DwOAqFrCUoi0DYqEpotl3JAyBlKBJGxqJKGh1QSjAA6DR2XzrT9sQxR01EwmUSK7CIqNo5xKW/IYDQX6aSON7/qRp9RrFa3kdfTGNpiBeIEkhMxPp9YWRhCQ6wT6E76qcABOYNd+zTSvX1Ib6YR6oehuiEY/SZq9Q2/vmGn0+U1FSRiCfR2qozwEWQnpqA7KgrzR7F05jl011d5fsqTLKUDrzN+/Dp0lDbM51f8vTDFngvh6anNxA1Hf0f7oeO/x+9L5H295I0xZmRfr733vT8boT9n46HQvcmu8R++ViAQ9p+PXVt7KDHE/9Pee8DJVVb//+f2Mr1ub9n0HhMChBZEUKqokEivJoAiXRDRsEgR6SJCQJEAoSQgxUjHJJQkhCSk1022l9nd6TN3br//57m7+MefIgmiXyHPW/cVdu7MvXdm55znc57nnPMolzEscwRS3Jw7V4eMGucb4Gw/QcLr7yz6XYOBZAlyeVzUg0ZTZFC456eKDFUzkbPAKfcCChDQyK4UKEil0M+ADru2ZmHDuiQa+zl3xHdn9xBurQNSA4Oj+WDIgQ0dpz/jPR6TAxrYpgxeFF8LIn4tiuRxHQVNuxOZioJej94Cvh6uzcCd2It5XGlIQX+PBW3NyIm4AgRfB3scfF/4uSgEx9WSeLWDZUDRdNiyZw8axZHjqghCtCEAUw6aBOW1AfSltKCoZyGn9MGA2gKrCs/AGv1leFt9yM5BLwgqco6KF18BfQ5ZyNCtYHgU9GMBF5KA93lA8PrBg0Z9GodP6DbkUAW694K7GoHrSIJlleCtiEEA94Os8IHSn0JOFqkqGe+Qjf4YqhK0TVt2duXD7ge3H0CcwedAilK+QCj+0EUXPbLp7GueLA49vE9ki90TkTqfjMUZThHGeygYmob+ILa7moDrArxeCcJREaJx3DEJGS2KD3xeXEOADBlnFvoY9JzBXAOc/lNUHOhPADRvd2D7Jg262tAIHJfQObGDGZzkwz8fT/rhiUjctGOwmA+rDxqpARW6WlJohLdQuCGBjFQGlvkGMsBc3kZhyeC5cPSA5yDwBCY2uEzSgUSXAdmMiZzF4BwErgfAKxy4klJDr1cV1s2yxO/RQc4np5ugMSUoq5KBElRIFLpAszR0PwJyQCJSHTwEvHEICH50n6LOm7523owlItk4OPgzQvdBBRRgPOgzCXjBX1kO3rIoeGJRdI9e9HnxQGHn46B/0fkYrwBaLg3+cAyiE0ajzwLdFwotnP4sKH0J4EMB5Jx8IHl8KMzgWaeohN3Z3P0E4gw+B9yEEcnGEaNTS5fOQ2Pr56OmonaaNxCgcJdj3JEHx/0sj77UPIOcAa5ixFmMyEB5ARklnhy03GVJGY3UeNkPG5g78gI2PlxXgBSChM6DhQcyRDxXKPvRf6DfcTiA6xNcZ4DOidWHO3Kjw3iiEBdTYZkfiUkQi+N2ZBokEyVI9uBVDBZ4ZEiUhfsM4vkB7Azw67DzwAY/6BSyKTT6l5BqQY6FctOX8bInug7yCliUYLWAIhVXSeAlf6xIVE1FYYvpqCqS6EYa3Q9SRshJ4F4PMnpDHskH8bIqdE8NdigSX+Mvj/+iRp+8hGE8yMlYQAsGSBEafT4+8EXjIIb84EOjvRwMIiXDowshh4H+x7DIqdVUQLavF70PFPZEgiAEQ6CmMshRiFDK5NDjKAxK9LohhlgdBi4gog/b3EztaMUlWPsFZALxc7Dk4SX2H3+/JN3QcCT61u877StWSDu7NxyjW8pRWBG4FY3IATDIqLEjMNCIidUB3vsQOws84aehYJ9FhoKNqojCAXfCT0bGiUY3FHq4IzXeUBRbODZ1nGKMs/qq6wLomOlew0RhBe4xgJcIcb8FbMQ49RgXWEmSiJSCu/gIKjIinFqtKQYMJHAnJ2RUNoucAa6lwG3W8L7P+N5w2EEjA0evKeGrYvUxmCGJlQ1ecXDzC5DzcH9Fz8DSHg3oEIoyEA6JEIoE9/AsbCiqWYqlJIdlmDx6MvIftIree5blhA94Rn58oNjymFSKvHKA9k2zoCSn06wT5tB74nnOYJHjEKNxyhcKU6IXhQ9ZdK00eq+ZLLACC+HaRmTcPuhc+y5SOUGIRCuRqhBA4pEKkH1A6xooqQRycgxI1VXgCXlwybTKyfy7zClTV+K/2f4AUQafE2SA+Nv/uXj1scdMqQQR23AcXKMvyTIa3QQ00iJ5jAwT9zrAxmTYOjLMInIUSDoj1YB1gIYn+lhkBAI2LTxCD47UH0t/X4CBYAQpCcZGIyzSE0MrCNhJ4ElGbJgi7kno94LHIyEngLP/RPB4RWTg2AmhkRlZJ97HEI/+eKdoPKlm2eg1QdENGViRQnE3Lnhi0f3iPggUCifQa1CYwXDIcaB7wj/okoDbweNPCt8LdhSs67zQezHARMqgMNDbt0zN8b8wDOFs2zFn6VbxB7pROrcE5g8YQT6xj3dOPvLghTdfMrv9r3PnrjVSQkebxecTNqu49RumLe3yVpTd742F3pPioaKM3heL4iYL/Q+7RQqpKLyfRG/zBqBlDuSwFwT0I1fGQUL3zkX9bpUjbgbLy370ftDfADkKixd508snnKXO51Z/XzYGv1GE/zbUr647+Yc5VvuNYVkUVgK4lx+W87jzciadBqVYgEIBfeG1wTkFTsQjLJL8yABw3QE2NDyjj2Nyd4lRQ6O9hsZr9FwWGXAxj0ZuS4IJX4shgzGQMkCKA6kN3EgFqwpcLDWk4pHx82ikxIVUqqsYGJZHBsWj+xkMJfAeBYMhCwoX8IQckgS4ZwNPC5BHEl8zSq6hF3I2pAeQqkDhAs7kw0IFjzf4vkXkQHjRcSdAYxW8E437noyXlT6orPFmrvzhw8/R1HGfuXyHTke9d/HFQZD18xlduFIs+eN0ibtr4qUH30qVVdDJtS3XQcm6NL2mW862JsBs7nBTjD319TCQbEHOiwK/NwIVYyYBCr4AcgrwVeXQ/94HkMOdlf0eKJt5IATKQ1Bi7NfYmtA8fvaM1UOX/8pDlMH/DQ4nSKt5mt+NC2ywIeHNQt1dktBoJSErxzsS4REKGzCeDceThjjPgEcKAU/6ebxoZEZyHY+0g6m+yFLQDx6RTTSS4/RlTmLAQLEw9vl4Mg+vCOD/tpAzwLkKsoS3WA+AKKFAH6kAjpfRdSR0TtZVB0iCuyGED90L3pcRdxXyB5DMDochGo0iOY2ORRyQQzqU1drQMAZg5EQaKodREK1xIF5LQVm9DVUNFNSNpWHkFA7GHsBD3UjGjFdT2btvzzwwdVzjsxQc51ZMfBa7Lp3nixXkE2JKOeOD0GpB9L4SrI/Npw86Lgf1k7PhsVWPMh7pjwwv5NCPyQii7q+uA6W7G6xMARg0yEu+MNAO49gqcpB441WkIByZT4MHqYaKKDgeSSlJwlY+EFvI9mY2DF16v4Aog/8jrp1zaoCVlXvBT52t6zpt6IMt0nDXI6VYQnG6AsViEXKpIvBZC+ywAZ4ojUZcyu3nj/90eBIRD++4fwGeS8CVh1jmUw7yCkge60jajxobRf+NRDOKr7HywJWMNDJ27Hw8eBmNMiFfTLvFUTSF1ACeBUHOAicQubUOFDeoCOjBpCd0i45lFp28mqJNWgOKw/dtul1/gkF8HF0fqQhdsZBjo9GpLBSKsG7Go8BRukMxPENZWZry3MPJ8r23X7dnr4p+0L1T23/y85Eek76OEmTT8npe0wzjo1FNV+4ZeopL7k9vjEm+37pEU0qr6GRpFG9RU5Mbt0K+uxOiU8ZBbPQIkCpqSlrLwIC1o1P1jKzvMyL85vT2XQFfebTBN3nSMjYaeL/Up630Xz1tYOi0+wXEGfwfctqEhvsqZ9TPkat9ooYcAJbtJfSvhSwbb+iBwwS9rwBU2oIir0Gw0QOSlwYlVwBNU93wAW/XZuLwAIUKOIEIJy7hzVMsHc8biFBdH0QjPrJvc9Ah0BSuoUBxNFIJeL0fHYGSVkKP4/0hkfxAYhF3DcIrDF6fx53EdHdq1vIQiyDJHfAZ3V2Zta09O+OUaDfwAnolUhnYcYg8UgleFMIgdeJ6HuS7cMKSYwq4Euo1nvUsZ2i+SxSkdrVotN3RtGOfc/777/zNaMtg9fKfXvJ3TuBjcne+HM31p+61Davd6S32o+v/orhqW5BOq8AGQuAfXgfiqOqtmkY9JXTnd3GitwdqG3f2dK4UfDGv7D379A56MvW5lou/7BBn8F/m16cfdEjrpo4jSppVXrDMk4TyUF18eh1IHh4ZnO6uKuCYXlEUSPemoNSaByFlQj/S/WK5CNHRXrBZFY28BVcR4M1W3Ak+PLeAVIGGnIM7p2BR4CCn0DiyzP0r45HfxjkBOKZA0beIRn4BxR4quubH0SKHJ9SQ58D5BbjQCW99XizlgGPQ6I78REMjMqaQ2O0LNv7izrvvrBAl4QaapwQGN0hxJzFxxaSDFAFSD7rdJYjCNqwOkBjYJEqRP9x2zdat7oX+w/T99I+P0pb9Sri60layuQf7Nu2KC815KxAvYyhvoI/l+HVQG7tOuP1bG7Di+Hcmg79K4G8G4T9MT88dnvqgcsihk0IXqXn1WmTwsxyDOVAr6IG29hSVV3SoaIgCI7MoxjeBFVlA6h34XhMpAxWskgmZogq5oo3ifBECARFFujYYOMcADcv4q4z+r1A0vdLQKJOyqTDuToRn/CWv4Mb9DpLr7lwADg9Q7I9XEv5WlYiMHy9D4ll4WRaguroaYrivIPo9n8uChHsA4MaiOI04Ivp4vsTKXuZPW3Z06CxHjWeQ3MC7OOGJQlyyjFyR7ljMPRMb6n+Syxnv1ITGvr2hZnXH1sX4Nv+z2I8/7lF1S6ZsNiuFYwO8xH7X5wv4i+niWqu/+IowsvY12u9dwXmpVU3LF2q4rR1hEKIM/oO8supSf/P7OxpSHb3nFvKF85V0cTNnyxpdEIZnWtPValqlBgoaWD4BRh8xHIQwzpijQE8roKRU0Foz0F0ogorjfREZLhrxJYGDijoJxGoRFLMEpodC4zqywJy1BsD7h47OjvFIFvxQRKM+3obcE+JB4H02jgzc7dvRiI8VAF5mzBdKaNTnUBiBt3LHu0BLrrPxSCHo78vD+rUfgeVoUF3pg3Fjq0D2mzBybAUuF05panbhn5astHa17T4TKYGog75KyB+A7BEcQaT3lAXYbzVd39+MP4f/5ujrzF/DJXo2nGIWnXVV4+sGjEThMceCEzhP7D6tLXmf2K61w9hhgpPb7dD3zMbtqQlDDOpDwhcG+uLTic2/9S5ccNY331n89v3N63ctSSTyx7Yn+hdaFvuzqvpRv/KKPlX0Cw7O1gujkTuIlLrzQQKU5Z2QfrMdku+2g7ptAAbSeG7AABo5CEmhIY6kP1PUIbmzAMY6DeQuHmIJH0T7PVa0XVrV6Ax/gxdtnhPAlr1I6kssZDP5ApIPmx2KVfHKBc5nwKsHyDxRfO8Bb8CHlIIMAbwJCc9Ab3cC/vzCMnjpT29Ac/Nu9I6Q+qA5yBWS6NuiufkJPq8nTNH8JTMOHDsiGq34kKU5xW3Rhr2BhTyWSb0lRWb2D34iaMT5L8rwXer7tMGpW6xCfx91ztFJg+P/gKKu1UYuNZur8BwBi0+1qaZpCnEE/wgJE75A3t34u9Cfnrz25NeWvvHjnTt3XZJK5cYBxWtjxk9a0VAXXlMbrDy0p6v3fCWRGSkyDpvOK5DNImOnKcjpKqjZEnjxwj+i4JiQVg3wIiurET1g0w4U0RCHI3y8ZyMOJ2SHy4fAuzDXlWp3dOb5+1ev/mBkozheFMTDZJ/EBkMceGWZHVE/9mbkHJIOGBMEgUPh9OBeDTq6plLMQUnJQr7YAclMJ/QPdKCwph8Z9mDdg8/nBX9QdhOZ6hoiEIkKIAgBpCwEShB4LZPP3DSQSlOiwE4QBVrjGKaf5WO3DuxRmteu7flcGZr/Dr959VV7YMVfVRBU9b7ly81bLli4y+zfotOGdoijGz7m5B1vNL3+rDr0dMInIGHCF8CSpZeUr1/2wTElpXRsLps5OFso6CztX1RWM25jUChdYDr60aVSKekp8NH27UnQW7MQrPZAtliC3t1FoB0aDabI2E0LGb7s9h0oouFMxd2EkL73syyUKAsKYEMQjewMEnRo0AeDg3sbw/W3b/3ww9QixzHwCHz28TUnsb7gVI1NfosX6Kms7Xm7XBh+d4/WKdugPFUoFERF19zkI7zsh4uGLMcAXwi3YMN1DAzg7eCLacZtnSaisGHSpAlw8GH1UFcfQs8puPsiymIEO5ReUfSec8HVN34wvBIOCkUjk3hWWnXjdRvfQ/fyX3cE/4rCDc9MooE6BoL8M/LV3+kYepjwCYgz+JygcID/wx++3ZDoSRyey/ZfkOxPNyCrWltUraVpRe2pHzasjBP5aV6GmZVP52kbjfDqNgWUXA70IjK+gAicTUFiSxFMnOAj4H0WLfCLortWr+DNWWhkmJblqgOGp0H3oAsjVYC3L7dYJBY8zKJndqROG7yjQdbMmcPFj/KwN7z61OWC13eDk2MvPqZ008IFytxTKUZ/wDbNMO61iPOP8LyBW7SEvgV43wNWwEuVeFIRqY8SDf2dWPqLMGx4BZxy6qEwYUIdJNO96PkqhIM1wHMyUA53Q3XdpbcMXf6/Oj+wrzhLl7KwbCYKE/63HNX/CsQZ7CPr11/l2batr3bPnp3f62zdfYptOQ28KHuQAb+ja9zzyXy6OhwJzY6X+SvbuvoYyZA1AVhPJq9BqTXjZus5NgcS+kkmDSi0627FIO4bYOTQdxRZaU5Dz3EckNCfBy/ZA84yxOE4CurwtiwCis1LuBqRgyeczsJFSwCUwbv7//nRxcMvoHjxUrCFefffv/al2d8rP1aF3BLKdmjcIdldYUSOYNBqHbcaEm8mW1Jtd4kS5/XjrkXFDGv5fX76jLOPpiZNGQGZfB+YZgGC/hhSByHQDfUDntd/SFHBrbW1V5E4/EsMmUDcS1a03yUtevnUQ//80iu//HDF0id7O1t/zgn2pGC55I/XipQUtqeEq+kbR46ruCIQohu6u3v6sgOl1wNS5QsekDLpjhTIVQ7UNEYgVulHIzIDFopckRgARnQgnTfBETnQLVxZaACFcw1MLOEttxAIdwSi0WMixYDssBCkeQjLwriy8Q1/V3A/OM4DTI0f8nw0XH1VTXiYu1V4IBLPCxzfjlua4e5EDIceRH99nMKMt3HD+Uc4pRl3J8L9DXj0byxGQU2d3Cl5uZeKitGMS4zx0iTHeUBRkaJxdKQm7ANTBf3FnoGOWUuXHrHfFPV8FcHjA+FfUCzOqxxZlTnlw3dXXNLW0npNsZj9JsexFYGIAMEyjubRqC55vZQgysikWTmRSBX7OjOrKutGX3nYjAO2DLT0HJ5NJsdGBZYKhz2Qt1VI9SMvoJnQ0auD4TYrQcaJxlScGYj3FcTJQjKu7EOWjecSsGrA12EEDmgULvi8PAonePS7ZHLewNLVnYm/xcAfr5q/tHyDesQRU7puaFqcw79PmRK3lVJiDoteitWAiRwL/hdXOro7NyG1gXMFsFbA8wgyckyhQMyprqp8zSuOvL5+WHkiEJQakUOImia6b11xy6Txxi+2rftLSr4uW6J2Pv3EtlZ8PcKXD6IMPgGOd9vtK6Q93b+ve/2Fqyc/9dDxly/47QtPt7b1/C6dyp7LMgJTVl32bt2ouiUVVVU9IhdDWjoCmiJAe2vaaW/tfUvVqPOmHjz9gkOn1Xjad++c053s+ZYhWbS/Cm+/hvfxwI1BkdjXUIyOfmfw6I8kP04iojTcygz3NEBS3aIG+5CicEGmWPBJMniQgco+5BAYpO9NGiSTiTf6/CMWnXrqP3XqTU2L8eLDYCTAmwGPx9eBaxI4t+Zg8Af5KKRS8M9gaMAih4SzD72yB+LROkr0lO086rgJHd895b4HC6r6uKoZJoukBH62quP9I5GicXAVpDHFttXvzp8PRB18SSHKYIgla2eP2f7Rwtm9m/LXJlo6v9/R0nxRe2fLyUVV4S1aejMYr/3N2ElTnmqoalimFax4sahPL5ZKYk9fn55OFVZmc+o9deWVTx84coxg2/aBXR39t29at2ciGoFpX5QHm7bzXsbXHQ4GVUUretWkQ2X6DSTfsTa30UhNQQBpdwEZKDY00U9BRBbcPQt4joaY7AVOQ0eQXECOYY8To73+qF8Njqh965zHnls79DY+ldNnH+1k8wMnWmapwbKQp0HXw6uYeFmTQtfE4QFWCW79AnIMFeVVEAhUbAgEqh/9znfu3IHPcdyJI3XZw0xwbLuSRV7Dsg0UcnBuqjPev9EwNUqQo3999qn2r8Teg/sb+70yeHnNCdGXXz/52OSOnt+ne3L3de1OnLRh3dojmtt2G+m8soDiK2ffdNuu02dOOfolu6DG2no6f9Kd7Lygu69HaGvvWYtU/e31VcPmPP3YwH0xP/O9Tc1b7+xNpG7u7kxXlEoaIwVYi5W5fkby/TxjFm7euqu1O5NXqF6zBDQKDyrLBOCRkUeDPBiSAzpSCWUonIgGRAhERRgeLQfLy4ImIenuEyAe8afCVYGVjMy9THscKiDJ7VjRDL2dT2VTvrsgyoFWrz9C4x2M8ISkOymJaxbw8gGukkL/x84Bly7zgux4g6G3OU5aN3QK+O6Jf1htmfbNiqYtxxWWeGt6XLuAc6cddN80I0RYodI79HTCl4z9VhnY9ivCgd/IHpzrzl+tDTCXFweM8X2dOaqjoyuR1533veGqa2efsWD+sPFAb9r47FHNHZsu7Mt0nd7R3dnQ1dHTSlPi/bHa+lvu/OXm58vGtGmGtmFuMpe+CgXelSITFjpaOyFYFir4ot7HIjWhJq6LWtm2p+0becOczfgl6OoxoawBOQJkhDjPAO+UVCohZ8A4wDf4QA8ZYPK620GI9rNg+FiH9grod4aXvE4S/fY1mzKYYiG1+tBZF//NYD+NDcvbzPPOOUW2KOpwWfLIXn8IRQesm4aMVy5Q9A+8iCcHaQh4g0gVlHcGglWLzjjt/hVDp3A5+8xpvawkNCNpkbVMq14QOa/AC24dRLGofpRXzRefW7iVKIMvIfvd0iL64tML35w6jitEvqXlqOPySfWw/ECO6ersyjMez2rZE7qvdvLYNfUVoZpcquvAZC51dDKZGZ9MJT2aZraynPSMSHnfuv32jVtwYs2vfzu2XCkoc9t29/4oHo9HeCdEdbZk8/lCYeWoieOeO+CA6c+0bWkRt21cc1O2LfUdvkwuy9k29CV0iJWh2NxwgPPgzUoV6OvV3WKgxpEV4EPhQ8fuTqgW/chR8ABIESB53hu26Yoqf6S1qJRCIBj1KqgLxPETL77qquc+c1lvydLflu/ZvuEay9BOdcCMWpYhGkaRwtvGa2oKTKM4uAuSIEAoVt1bVz3y+O+d9MA/dTTLV13YoGvFGTwvH8+x0kxRYMPZfGZJX2fhrNmzP/teCP977FfO4J1V540d6O89pJBWTtZz/Iye1v5Ad28XCsPV10XR83rjxAlbaodV6jkle6xWyn2nr60nlir0syWT+cix4BUUz790332924ZOBy+/dtrovy5762qKNk4IydEyrxSB3dszhXVrdz8zbsyYpkee3Nhzw08O/n42nzonnUgfYqdgU119TV9nV/vRvXlNrBkmghwQUKxNQ0ebAt2tRQj5HBg/rhFkUYVEdxd4wA8cIwL4pJfyhfz98bD3wXh19VWeXvswwXKuKli5ZjZUddpF9y75THXgOPPo5//irTFKhQZFSR5DM9RMFCaUWZZaB2AwJQ05BauAZJOVkkT52crKUbefcsJdbUMv/wcc51Rm7aaaEZYOdRzvnAiUUbA1/c5p0x7er5qCfFXYL5zBO+t+GksnN09N9yfn6inqkIH2TCiTKrA2ipl5Wd4+fPTINxjBHGAY9sS8roxKZbv8Sk6BUs5cL8nC676K4U9c+8PXdiAlYOLzOU6LeNs9JxxeyKfPVRT1e/GyMB8Sh8GOrc2wZXP/U11dpfvOP+sgK5lMnV9Q1ItKukU37+7/U1Ao++mIUfKszVvbr/SF2dDoyQEo5ilIdJWgtwP3D8wjmwcYP6EO4uU8dGzfDbXhBigUNGBE8YpcMbs5XOm7KVATv3lSdvKG5r4Nr5ZyfWOA9p19xTMrn3bf7F6wyFnEzKJmWc+/Mq/aJ3inG0bJq2i5Y4qlIq9ZVk7m2bfBG1x25re4BEU1fWa23po1czidoeKhsL9i0wetH82atRj3biV8yfhKOwMUEnBvrDnra53N289zsp5Ds/35USXFYPv7+0r+YFgrq64Ihv1BsDlbzalZUdGy0D8wkFdK2q7yeM1LYbnyuaqqKa0nndTkZvit77nK07Em3dCTbJ3VvGfHGTxn1ocCtWg0b1B279jjbdm9K28ankXDhoU7CsXshX5PsCqVylA9icLq7pb0rz7cDi/88IrRv9u0pnPuUd+upnGfwo5dKShkLeju0EDJGVBRzsLwEQ0gRAzQuvvBBwEo6WCLXs98hobfeCPe173ByMUXX/uXV2778cEPecziBfGIr+n7v3z/ZvdNfw5w6IRDnjffvD/yjW+MzwLMtPHvQ4f3GuwUpk592HQXRAhfOr6Sqwl4dv3tVbMmPfXiodd1bd/1QKHbOj/dro3r2JMAreRsilU1/PhrBx19hhCQPsiYA9CRahGau3ZovanUCjHg+1G8snHWz65ac9PFF7+8FTuCzZvn8cuW3TBm16quW1rbtj/b2bnrp5GQPKy8fGxrLD7jedYO/6Wnp9WWPR5vTZ3vXBR3nx4IxWTLYQo9iUwW+ZcXNB7eQPfFdHckK0ZP8tM+PwcWzicwTIiXRcFGMiUe50HkWPwGIBIJQYk2gUchBHICtI/nbI7WG3SjmCxp6VH4fVJh5gMnBLS3kg05zn24Z9nn4mPDP/roS5MUdSQy5n13BBgUHhjEEXx5+Uo6gxdf/f7X9+xouS3fC9dlWpkpfS1Jrq1nd7vNM78dM+HwH5x22XmLd6eWWf3Ztsq2RFsxlS0sYRnfxaPqR57TdMWWx39+2QpcyI9sch79xz9/e+aqje/d1dX90fOZZNdl6WzPWJpmtLqa6Yu/fvgPfhyRQtv27FxaF/IydDDgLQSD4fXhSMW9hm4vaN6921Y05U8UTb2ycSMUL7+8viYcY6dV1nvRB0+7vQtxP4FcvoQcg4asyACLKrnbquG+/zpeaixjQPYLYMh6Q5+lDBRtPazhtqQIm2e3Qpju1D36RIAQSfYh/Ft8pZwBHnn37HmyrtDpnJ/rhMO7dvXLu7ZtLxWKuZ3VDbFHz7zyqPs7C8sDD//mJ4v7enrvTmfTLbwg3TBj+rd/+Ouf7/jjD85+w+3Ms3TpPPF3C4/4xoNPvDGv1D/wO0dRf1TMpsd0D+wBORRaO2z4xDsYSly5ftWbM3s7P7zC69MPqij37YpHy2+cPO2gb3d3dfS0t7aPMHVne33diAXvfWBswucNxuPTq2tFyh/A+x/KoBUcyKTzoBQVoGwOInEJGB5vb+aAHzkEnBaMmxjFJBnZvJyvLa+3GZbeZtv6WHy+Go+4zbDsVpU1KldvfakeP0YgfF6+EnMGOOZ99dWLp7fuaZme7u39eiGd/bpSUnwlE3ZWxCIPHHDk11LduW2jO3v7J6l5q4aiQY1Gax85YeadizZt6lZmzZrlTni98cb5lW25jqmGqh1jGvq3WcWukPgAO5DthqJRyvAe4aPRo6YtSXV0Walk+sqQXF6R6N3G2bbWEQj6HvjxT3bcOXfutBDtFFa0t7Tl4+GqH/zx2eaNeOIRhy6PL/z6aXmle6Hkr4ZinwWrV2yFYEiGdNKE9uYMDBsrOJmBLDVt8jSINXKwYeNmCAgBCElRoFTl9fETp8xaue2jR9AfTZb9lWded91b2dtvn3BfJGyeP2FM3UXTDznwWYpqcic5CYR95UuvDLAjWPjYGQfv2rz1xpZtG+9TlMJR8fLo6uEjx98w81tfv6bhkPLe5u5t56NY/XKw/PHyWOM9NRWjZl990cpHx4w5NP+xI3jxxRm+rr6tz5pa8k6OYS6WaV+NqlFsqpCCvkxvIRirWF5XNXrplvUffiOZSl/N0VxtKt3L7W5tS2ZyyoKiFfj9q0/e6MkmWx9K9vfztmM++dii3euwI8DnR/86A4X26YIctUU6AEq6AJZagFg8CAOJJIQjLF7fX0oD84GmqBALxoqegB84vJ2ZZAMtMQ7nKXKman5kafqIQmFPfN68ebQoCzspjmItjjq1ra00/ZVXLv3ccweE/ZuvQpjgmBSbKRWdZY2NB9329WO+/5PjZ8/+ccVY+fnmrneP2LF1+4OZTEHg+cj1ldXjT7/ykncX/OjCpW3YOIde73LyySsKnEj/gmc9r9u6533LFqE33w4FM6GPaJyoCCCUt+7Y+V3a4o71iRXV/YkB6OrZ3S94gg9QYuj369bVKQue/+0Zhq59k2Xs133hkY8Mndpl4ctHRAXB42E4nuYpFiSuCKPG17q9A8rDAoT9dNEXEnYWdO4RzaZy4fCI5zw+TxclAkh+vK0ZRCpClZqpWFspnQoyGjOiqanJZvxyi43O55jWIX27U4d0dKwg9SaEz8WX3hlgoz733Me3XHvjO7+ec/kjT/gq2bolbz1+16atm182beEgXoosqK0bc9H1V6z7zUWnPetODP4znHkOlSmUW+kBviKb6x+bzrZi1dEcDless1TZ6uvqPYBlQh0hb22mP9EK2VxvgmbsJw47ae69d93V2uERV33b1EvXSYL5tiCpCxYv3loYOrWLyu6gNKM0RpA4yBXzYLESeAIhaKyphcq4CH4f3uDLeFcWnJpiLpuVOXatadhrS4ru9g9geM67ZuP6MjNgtTkSJBmBOQCfd0LwsG2yLvaZJdvkQwbTrQzw7gUJhH3kKzOB2Nr69KQHH/nO5Uvfeu7CRE9yPE3L74weP/Oymd+96vrzZ7/kTuD9K+6KnnCCpStNHK+fksl2RAuF7r6auoZrBD5yaqIz83MG4pd6+OBbqYHOQiLRZso+z5syG77zjBN+lT7nnMojC7n0uSxHWeEILH7sSfXv8vkx7duKjTTNh3xiOQwks2BYHDTWNqZNS3FwCzQkXVpLKt0XDYY9pm3SIMS2emVfCVcTOqwJNmXHxHBZYMq4Q5sZmtcd4EddddXRnnZzq6EyaseA2eOlfU74ksuvIXMGhM/FV8YZbN++I928va1CLbEfVNdMuXDKAd+67vTjH11zZMN5n9kJF887eHzlvQDZ+nyxDbcY3+EJBH/+4/NWvjjnrNc6b7zl/T9MHTt2eU/XxtNSmZYy2et/zh8d/sdb723vueCCeBlLMRc7jjW1pr7mxgMmHfbm0Gn/Dt0qHlBbUx8RhCB4JAFCIbHP55NXt3ckdvOCBykFWw9VRvOyj40qpVwxletUwrFYtpjOuz0JBZkX0plk5KyznlB4RthK03Dg8Al88CyL7SlZWs7WKY9hamWZZHdg6JIEwj7xlXEGq1ZtHRgxYvY14yYde+mlc/7y+klH3r3X+fEo1LD7e1+tzxVbbctWW2prGn7100t3Pzx0GB596DtfW7bypSsUNTOFE5xl9ZNGXnHDdSuXYidCmdy8kpI7DBnnU3fet/3xsy95s2/oZX/j0cePObquetKxQFtlWokCjyDBpDE1OzZu2vi2Yyp54A2geOgua6gdqKurLQNbNztb0xmO4kAUAqCVVPD4fabA8rjfCS5cancsy1scGGiAWYstPxfe4aG8FGVIw5xSOuJelEDYR74yzqCpaXHhkkvu2HHKCb/6pxtyfhpLl85j73pwxHTdLFzM8VTcHwxcHRk2atHQYXjkkVOG9yW7rlPV/Nk0Z21iOP76H523vPeNJ86ULzo3frZSKpys6dpHFC/9Yugln4T65c8mNqgF7UJV049IJfOQK3RARdyXRkJg3doPd/UyNDdFQ6JfB2fjwWMPZjW9iGydZnS9vzwQCAdYgUchBd63lJJVKxnBcyQ+f2SlY7OSpVN1+CIeT6xFs0XdsnSPIAeq3SsTCPvIV8YZfF52onFZ15wzgpG4NxQJPXD5ebe8dNK0h91ahCVLflbXvPOj6/t6mk/mWPa9sL/i9ltvTa6Zd8QR7NYV2w8vKMq1lm208zz1wOLF6X/YWvzxO46WbeDO6M+2HeyVvXJ5dDRSIbwdEJhEoiQv9PvEg3RdNx3KAkZwAhrtVTiRqxYlaRgoupeyLBbvdtTX3+32HUA+ogaft6522noW+AFHtQ7H+QuGwLynUZAumr0BxrB4XCPg3gCBsA/s985gzok3amVlNc9GwzW/HDfpwFsoajDv4KnHvjdu49pXrlCLme8autZZ1XDA+TNmnvEiPhY4oDiTyuevrGY8XtFHPfP0otKf8eOf5K67TpG6s6VjgbLPE5CBV5bVwLbNLZAZyA5oEHxm5ZqMreraGNNRWZujwTRgV/P2d0OaVirQrJnX7VTMLNr9LO8BpDzQGRk2Eh4uOOBQPemeLEPxW2xdPeSBO6aXjR921E6aptotzQmaZj7w56nzSdUgYZ/Z750Bkt2Wl4l+8Bdq6V8OHfNoHs8DPPbY3Kr2zl0XFLLdc2mWSbAce9UVV7zeeuTMG60nf39kXXmcv6BSkr5RE6+4W6wQFg+d6u/IDTQ3ZIqZn4WinmH+oEg1N2+F5p07oT/Zqb69fLmxYc07tYqqVPCCALZhm7ZtB8aPOipBs3bUpAzZFwkM4wRuGN4t2cSbqTgUjB1d1ziw7dfeuXMfznIM0yawXJSj7eHjxv2waNmwI1/UfbplKDeitzV0GwTCXrPfOwMMrr9fPAvc0fSZF0+ubdn5158Vsn3nM4y1yxPy3XHPA9kX8LGHnv3uFBvU20WvMZtvpJ+ePPGY38+/NdWFj32SX149o5Fl2QsDIWmyIPsgr+ZAFstAknmIhVm+vp43bUMNGrpdxlAMOILOUrbUs2rNcyPRX0SJBkRRMIpzBZM6zMMHwNAt6O3vptLFvFlSe/34GqJXfJehOR/DsMPxPIJpctsNgzHTAwkcShBnQNhniDP4BA8/PHvknvV7LtLVwoWmaSg+Ub44Fh7xBD727LPXV6Vbu2Z1dCdm58yczlXKNx564R1594Wf4Pd3HFfHeeFKloML8QanWWUnlMUiKFrwQm+PkY+WT33ha9OmLywUzGMkiRJojwO2zRRKWl4MVAh9Au+J0LYDEmtFGcoUbNMCnuehN9FuaGAxAtfozk0wwOy2aaovp6gnPPHKdD8wnrctk7ZLBb3acRaROQPCPkOcAWLRokXMCy9cWZPt77hWK6V+zLLMNlH2NV1z052rLrvsNW3+/Dlcf2rnwYnu3jMy+ZzSncnNO+7so9wKx0/y8stz5J5sx11AWT9gWNtH8TqEoj7QTRU+Wr8Vhg2r2YbUwpOXX/ucz+PlG71eXmYZHgzVtspDB64t9injTFN1TJuHvmQOUIhC+0MyCDwLHk9AKKmKmOX7g/haVDDY6tB0l2oXZpid5tiQN9TjUHRL0TAm5HIfie4NEQj7AHEGiFT/U0dtXvPaPdlM9zmqVmwLR3zzTvjOMY9+PJmY6tt2WHfrpotoR8dtwBccc9yJd/+zdmBbNqydTrHU9xyGKVEcvStWFt2tGSXb0mwUHgRVh7L3RGJlLQ1l5XWOrVdVxMPAey1AKmKdTEV6GRSX0Jxd1t2bA9MRUCyggSgLluz1OsWMAjxLj+zq6ncNfc6cp1K6rm0QQIhZJfMAumZSLy9KuzmerdrT2Vzh3hCBsA/s187g7VdPGfXgnYdc3dvW/Ggu3f090yptCkaC11Y1UG/hrj34OfPvPaG2kE3M1tTUUSzPLmDMwN0fH/t/YQS1g5flm/2hQFNZuO4s2ik2mXq+IFI29PcUlViobNm0MT8baG7ZMUqS2MpIXADkNOyCYi1/47ZntqayqUbTsB2vzwemzQArcJYsSbuQ19GQw4BCsSBKXsNdXsSJUt5ocHXIH7e93vrssSN+rIscv8l2qIBOKw3uDREI+8B+6wzmz5/KdbT0XbNn+455+Ux3Fc3S78Zigbt++vOWV2bNGiwysu0ez/aW5rmGUTqNpehXeSYw/1f37P6H8OBjisUtLeGR8V9PmfKNB8++4PkPVCFRY2pFqrtLA17w7GgYHdm4ePFiWxb502Nh1pb9HN6vcDMrMOuXA5i0I5QEkeWUogqC4HEYymFo29ktCsxOw0LKgIOwoZa87pZLCIZne3UD0snezHg8iUjzzIeU40iG6gzH+QfuTREIe8n+qwwM//fb27uPUi3VSwvshvKqyrvD5RXPIaNyC31eeOGy4M9+cvzZRqk4q6jlk7Lo/WVNo/ipjgDT1AT2hSe/nJ8x46rS/EWhQKmUkW3a8lkMZfMeYathcu3Ll980PRyUZJ9fpFmeslQn38aJglvYZIFWY5k2BIN+UEtagWHonmh02FuMgBQE7UD3jh7JzFvVyBW45dc8z2w3HIN2GNHdiZlyxDbHZtOGAke1wo2krwFhn9gvncFjDx5fVVSy38+k03WRsvCmqsqqXx59/PfeOu+85W5RE1YNO7asO7BU6LuBdkyJp/lbf3Hbbavnzl37T8ODf4ZjVUZN3ToR72xczNPdiiJsmXXCQ/3JRI9ULBQay8uDSArojCx5Nh0z44w8bkoiCT5VFgWwdA1ymdTjguSfw3r4bbZlbMB5BqbG8sDRXtybEV9DFJE6YNh2FDGMfnn+HFnwRtrQ85IWUMOyO3aTeQPCPrFfOoN0rvtH2YG+oySZ7wkGI09e/tOPnh8/vulv/QfatpemJLqbL3McXaIYZ+HBM494+uPJxL0BS/RMpu3rNONMLOZoJ5UQUgccMOE9pDr0XDFzSiQqyHKAAdFL93nC6tv9/U3Gccfdr9m2GbJt9HrKLib6ejqnHfibJWOGXf06jXQBCiXAXy5zNMVMfmzZMrdnQTgcSnMCY5qU5e+3BspnTr43ywnS++jpVYahV7o3QyDsJfudM7j99hm+Qk7RikXjo1hV2f0+yfPHoUMu118/qSqbS5+iqsqxaJR9zBuJPzRr1uK/a1TyWSx+K+x3KP18iqIh2cdavMBtOfCQ8T2XXFJXHo4EjvX5ZPCFHGA4/a9AKx2zZoH1+ONneiiGLXm8XiT3HU88Vi04zhoOORaO5rh2zmMD66GAdtjxY+hp7qjPcR7KMqkWx4YK1eEMPG/Ae+V1PEtx4ChT3ZshEPaS/c4ZKMqKYk+6/E4xFD83Xlnzxwsue69/6BCs73ncY2j25aZjnsNywl95Rn76lls2tgwd3ms6u52TWIYboeQYSPVTxYqa6I4R1Rf2O05kom1aejBsAyMYOV40dp53Qr/bfemss54oMUDHlZIOrCCBQRn1FDUNG7jBszJj2Y5u2CoKP9gyp2AMx685+uiHs6IgrOcYZg9r5t1VBs6SmgFYRdWtw7q65sj4MQJhb9jvnAGe5Pvd75YXbr55047TT/9zYuhhuO++M/xP337rHE3JzTU1TY1GYr+uHc1sHDq818yfXyHThncaWIy3u90AvzfUFfIH16ErO30DO0ZYZnFkeTwIHi9T9HuFlcjY3XyFF144OwQWReNNT1WlCKLo78HbuOFjLMcnWEbkdduCXLYYMwFiuIbCPcbCMxTn/G7kxJi716IhsC26ZSYNyxqpODrpbUDYa/bLOYP/l3noc9i5eU1dPp25RS8UFZ/fe9sBh05eedllzbhccJ9IWTAGmMxoVbGEXIazZE84cdjRh6/+9a/fbABTP7u6IgDhKA+8wDb7Rwc+HHoZRCKjeBvsWg75Bq/XZ+imJlFUgzuhyYm8aNmGalkl4D2gqka6/GMncuaFr7RdcvnbTx155AL3uY3+xixLiasdmxpm2DTpekTYa4gzQDQBOPnu9pRlWJfQDnfrrAeeW3DccQtzQ4f3mrvuqpYkzp6IIvtvdOyhQNM8hiBx7zSWy1yyP3d8KBiYzguM7bD0Dory/EFo0f7Wki2R2OWA5cgCZyNlUOAYh02h0d+dKKQpuhMrg2IpW+AFo5VmbePTehbU1l5VMml2A1AOl053HDH0MIHwmRBnMIjz+F9KXeWc/AwT8syfQc8oDT2+T+SYYsyms7OyaZNOJSnQTegZOYlvf+3Pz0UMVbtUEkxAjmKx31M2p2JE42uTJ28sDr0UZs1a0OuA8ov2tvwWcDy2ZdphvPqAj+ElR8exVVVTd0t++iHVyq37tCxIDMNSyx2LQo7GOri9/RRp6GEC4V9CnMEnaFrQpt5//76HBhicm+D129MMizoq0QXQ223CuHH1a8aOH7t8/bq2ctvO1aq6Viyr8G1QlB+8P7H8mb/NV3zMJZesess047NUo5hhBSFp2zvdxCFNGUjyHM8XFcXYmWQWHLfuayvdF3wKJog9js2stwymzPJ5SPIRYa8gzuALIjZsp58B48xiBqj+HhNCAX//lCnj1h8w8v7deavky+TS+bJYuBCQK7Z/vIvTP6M3tT7GCkyKpe0gRY1wR/9wLJjnWCtJU5zOS1ScavrHIqlPcszUR7s5LtqEJMKiztwASUsm7BXEGXxBZAuBw0yV/loxY7OpPgrqh4d7KM5026abmjnaH/AERC+XHD6h8gP3BZ9COFyTdUzTR9M07u7s7qxcKFkaI8qUQzlyRKD3KoRxSm3vtm1OPntY3V/SQw8RCP8S4gy+ADZvnsfnM8YhSsGIdHfYwPIC3lZ54wknntIxb94RIgV2DW5y7vFKyzhO/ZdhSDKZDDMsXwLHLkO/usog5Isrhq4WOY4vmM5gHcJnceSRy82zzlq9z5OghP0X4gy+AD5qefTAfK44OZ91vLkUjzc8UetHhNY29z6T93r7ykxdqXQc2ozHyxIHHvhicuhl/wBOYw75goZhqFFBkjTHWenmGXB80vHKfJI2LdkfryA7JhH+IxBn8G/S03OHx1CFb+Yy5ozeTi+wIgd1DRXrJ0+btnFyxZNF3lfOgkON9Ho9ulHSVw297J+C04kLxUwVwzFF5BoC9NCqht8fAL5kU54SU5Vfs3aE+2QC4QuGOIN/k9f/+tzo9u3Zk5QsL9MUB/4gax5+5CHv0Pm8mxGYaG8ZznNOwLaMxPDRk/9ht6VP4iqDqJ+3LDPECFKpvf2RMH68/aO838NVCB4hHsxSyqg188m+CIQvHuIM/j2o3g5fcyENj6sZ4ZpghH2xpqJsbT6d3XzkkQsy+DjHRdoMg3slFA2919Gx5x8aqH4SrAzymYTB8VSO5thMTc2F7uSfXN4wkAXHKPp0IU/lK6fN/fQcAwLh80Kcwb+Hc911b2WnHzTznso/XHL3qCl1TdU19TdMOH3myx8fb2pau13gym4FKnbTaae99qlbwn9MtCxSshyDcwwVd0F2VxMMttOmBccsGSoYyCcsdY5wHycQvkiIM/gCwPsuNFFN9o/OXLE+0T3tr9OouX83ct/zu63NV121/F92SfqYXK7IiYKUZSkaG7w7WRiPjC/qivGBlrcS+d5ibCYsczsdEQhfJMQZfME0fUZC0L/CcYDyBCqyhmGDSek4VdlVAIdN/GlaV4t3FHPGzaYTXLR48SwGP04gfJEQZ/A/BEWBk0kngjRLmzY42OD/lql43eVb23/1y/bfqhl5NVIibs0CgfBFQpzB/xDz5s2jJUlAfsC2OM6Dd4L+BwXQ1DTYp5FA+KIhzuB/iBtvvNHRlALFcrTpmG6IQBKMCP81iDP4HwIvLcZi01fIcu0VmaE8BQKBsB+zdOk8snRIIBAIBAKBQCAQCAQCgUAgEAgEAoFAIBAIBAKBQCAQCAQCgUAgEAgEAoFAIBAIBAKBQCAQCAQCgUAgEAgEAoFAIBAIBAKBQCAQCAQCgUAgEAgEAoFAIBAIBAKBQCAQCAQCgUAgEAgEAoFAIBAIBAKBQCAQCAQCgUAgEAgEAoFAIBAIBAKBQCAQCAQCgUAgEAgEAoFAIBAIBAKBQCAQCATCFwvA/wcY6tXiDy9X/AAAAABJRU5ErkJggg=="/>
          <p:cNvSpPr>
            <a:spLocks noChangeAspect="1" noChangeArrowheads="1"/>
          </p:cNvSpPr>
          <p:nvPr/>
        </p:nvSpPr>
        <p:spPr bwMode="auto">
          <a:xfrm>
            <a:off x="3456189" y="1416140"/>
            <a:ext cx="309638" cy="30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2891" tIns="46446" rIns="92891" bIns="46446" numCol="1" anchor="t" anchorCtr="0" compatLnSpc="1"/>
          <a:lstStyle/>
          <a:p>
            <a:endParaRPr lang="en-IN" sz="1830" dirty="0"/>
          </a:p>
        </p:txBody>
      </p:sp>
      <p:sp>
        <p:nvSpPr>
          <p:cNvPr id="15" name="Rounded Rectangle 14"/>
          <p:cNvSpPr/>
          <p:nvPr/>
        </p:nvSpPr>
        <p:spPr>
          <a:xfrm>
            <a:off x="4954998" y="7277466"/>
            <a:ext cx="9371777" cy="166854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en-GB" altLang="en-US" sz="3600" b="1" kern="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Dr.N.RAHUL</a:t>
            </a:r>
            <a:r>
              <a:rPr lang="en-GB" altLang="en-US" sz="3600" b="1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PAL</a:t>
            </a:r>
            <a:endParaRPr lang="en-GB" altLang="en-US" sz="3600" b="1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lvl="0" algn="ctr">
              <a:buClr>
                <a:srgbClr val="000000"/>
              </a:buClr>
              <a:defRPr/>
            </a:pPr>
            <a:r>
              <a:rPr lang="en-US" altLang="en-US" sz="2800" b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Assistant Professor,</a:t>
            </a:r>
          </a:p>
          <a:p>
            <a:pPr lvl="0" algn="ctr">
              <a:buClr>
                <a:srgbClr val="000000"/>
              </a:buClr>
              <a:defRPr/>
            </a:pPr>
            <a:r>
              <a:rPr lang="en-US" altLang="en-US" sz="2800" b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Freshmen Engineering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3606" y="4695417"/>
            <a:ext cx="98145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en-IN" sz="3600" b="1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</a:p>
          <a:p>
            <a:pPr lvl="0" algn="ctr">
              <a:buClr>
                <a:srgbClr val="000000"/>
              </a:buClr>
              <a:defRPr/>
            </a:pPr>
            <a:r>
              <a:rPr lang="en-IN" sz="3600" b="1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</a:p>
          <a:p>
            <a:pPr lvl="0" algn="ctr">
              <a:buClr>
                <a:srgbClr val="000000"/>
              </a:buClr>
              <a:defRPr/>
            </a:pPr>
            <a:r>
              <a:rPr lang="en-IN" sz="3600" b="1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Using </a:t>
            </a:r>
            <a:r>
              <a:rPr lang="en-IN" sz="3600" b="1" kern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lvl="0" algn="ctr">
              <a:buClr>
                <a:srgbClr val="000000"/>
              </a:buClr>
              <a:defRPr/>
            </a:pPr>
            <a:endParaRPr lang="en-US" sz="36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rgbClr val="000000"/>
              </a:buClr>
              <a:defRPr/>
            </a:pPr>
            <a:endParaRPr lang="en-IN" sz="36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rgbClr val="000000"/>
              </a:buClr>
              <a:defRPr/>
            </a:pPr>
            <a:endParaRPr lang="en-US" altLang="en-US" sz="36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99459" y="3561998"/>
            <a:ext cx="15570133" cy="3212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pPr algn="ctr"/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SCIENCE-8 </a:t>
            </a:r>
          </a:p>
          <a:p>
            <a:pPr algn="ctr"/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ACTIVITY-ROLE PLAY</a:t>
            </a:r>
          </a:p>
          <a:p>
            <a:pPr algn="ctr"/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4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SORT TECHNIQUE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2" grpId="0"/>
      <p:bldP spid="3" grpId="0"/>
      <p:bldP spid="6" grpId="0"/>
      <p:bldP spid="7" grpId="0"/>
      <p:bldP spid="15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3203852" y="-1229"/>
            <a:ext cx="13582063" cy="1909355"/>
            <a:chOff x="2872135" y="47400"/>
            <a:chExt cx="13582063" cy="1909355"/>
          </a:xfrm>
        </p:grpSpPr>
        <p:grpSp>
          <p:nvGrpSpPr>
            <p:cNvPr id="5" name="Group 4"/>
            <p:cNvGrpSpPr/>
            <p:nvPr/>
          </p:nvGrpSpPr>
          <p:grpSpPr>
            <a:xfrm>
              <a:off x="2872135" y="47400"/>
              <a:ext cx="13582063" cy="1909355"/>
              <a:chOff x="4704978" y="719582"/>
              <a:chExt cx="3456384" cy="1077033"/>
            </a:xfrm>
          </p:grpSpPr>
          <p:pic>
            <p:nvPicPr>
              <p:cNvPr id="7" name="object 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8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830" dirty="0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7070949" y="396077"/>
              <a:ext cx="4572085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610"/>
                </a:spcBef>
                <a:buClr>
                  <a:srgbClr val="000000"/>
                </a:buClr>
                <a:defRPr/>
              </a:pPr>
              <a:r>
                <a:rPr lang="en-US" altLang="en-US" sz="38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  <a:ea typeface="Verdana" panose="020B0604030504040204" pitchFamily="34" charset="0"/>
                  <a:cs typeface="Arial Unicode MS" panose="020B0604020202020204" pitchFamily="34" charset="-128"/>
                  <a:sym typeface="Arial" panose="020B0604020202020204"/>
                </a:rPr>
                <a:t>Aditya University</a:t>
              </a:r>
              <a:endParaRPr lang="en-IN" altLang="en-US" sz="38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  <a:ea typeface="Verdana" panose="020B0604030504040204" pitchFamily="34" charset="0"/>
                <a:cs typeface="Arial Unicode MS" panose="020B0604020202020204" pitchFamily="34" charset="-128"/>
                <a:sym typeface="Arial" panose="020B0604020202020204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5923787" y="1964858"/>
            <a:ext cx="74342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050" marR="7620" algn="ctr">
              <a:spcBef>
                <a:spcPts val="150"/>
              </a:spcBef>
            </a:pPr>
            <a:r>
              <a:rPr lang="en-US" sz="2800" b="1" spc="-62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FRESHMAN </a:t>
            </a:r>
            <a:r>
              <a:rPr lang="en-US" sz="2800" b="1" spc="-1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ENGINEERING DEPARTMENT</a:t>
            </a:r>
            <a:endParaRPr lang="en-US" sz="2800" dirty="0">
              <a:solidFill>
                <a:srgbClr val="00206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149090" y="1366674"/>
            <a:ext cx="8208912" cy="4647214"/>
            <a:chOff x="4672336" y="2797559"/>
            <a:chExt cx="10081119" cy="3049886"/>
          </a:xfrm>
        </p:grpSpPr>
        <p:grpSp>
          <p:nvGrpSpPr>
            <p:cNvPr id="11" name="Group 10"/>
            <p:cNvGrpSpPr/>
            <p:nvPr/>
          </p:nvGrpSpPr>
          <p:grpSpPr>
            <a:xfrm>
              <a:off x="4672336" y="2797559"/>
              <a:ext cx="10081119" cy="3049886"/>
              <a:chOff x="6260205" y="6086879"/>
              <a:chExt cx="7540657" cy="933841"/>
            </a:xfrm>
          </p:grpSpPr>
          <p:pic>
            <p:nvPicPr>
              <p:cNvPr id="14" name="object 20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260205" y="6086879"/>
                <a:ext cx="7540657" cy="933841"/>
              </a:xfrm>
              <a:prstGeom prst="rect">
                <a:avLst/>
              </a:prstGeom>
            </p:spPr>
          </p:pic>
          <p:pic>
            <p:nvPicPr>
              <p:cNvPr id="15" name="object 21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636519" y="6375886"/>
                <a:ext cx="7034261" cy="512546"/>
              </a:xfrm>
              <a:prstGeom prst="rect">
                <a:avLst/>
              </a:prstGeom>
            </p:spPr>
          </p:pic>
        </p:grpSp>
        <p:sp>
          <p:nvSpPr>
            <p:cNvPr id="12" name="Rectangle 11"/>
            <p:cNvSpPr/>
            <p:nvPr/>
          </p:nvSpPr>
          <p:spPr>
            <a:xfrm>
              <a:off x="6052470" y="3975237"/>
              <a:ext cx="769195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base">
                <a:spcBef>
                  <a:spcPts val="600"/>
                </a:spcBef>
                <a:spcAft>
                  <a:spcPct val="0"/>
                </a:spcAft>
                <a:buClr>
                  <a:srgbClr val="000000"/>
                </a:buClr>
                <a:defRPr/>
              </a:pPr>
              <a:endParaRPr lang="en-US" sz="3200" b="1" dirty="0">
                <a:solidFill>
                  <a:schemeClr val="bg1"/>
                </a:solidFill>
                <a:latin typeface="Georgia" panose="02040502050405020303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930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6342429" y="-129719"/>
            <a:ext cx="6533760" cy="1836118"/>
            <a:chOff x="13004829" y="1407596"/>
            <a:chExt cx="6141489" cy="1909355"/>
          </a:xfrm>
        </p:grpSpPr>
        <p:grpSp>
          <p:nvGrpSpPr>
            <p:cNvPr id="13" name="Group 12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5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6" name="object 4"/>
              <p:cNvSpPr/>
              <p:nvPr/>
            </p:nvSpPr>
            <p:spPr>
              <a:xfrm>
                <a:off x="4845349" y="92722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algn="ctr"/>
                <a:r>
                  <a:rPr lang="en-IN" sz="3600" b="1" u="heavy" spc="-5" dirty="0">
                    <a:solidFill>
                      <a:srgbClr val="001F5F"/>
                    </a:solidFill>
                    <a:uFill>
                      <a:solidFill>
                        <a:srgbClr val="001F5F"/>
                      </a:solidFill>
                    </a:uFill>
                    <a:latin typeface="Times New Roman" panose="02020603050405020304"/>
                    <a:cs typeface="Times New Roman" panose="02020603050405020304"/>
                  </a:rPr>
                  <a:t>Syllabus</a:t>
                </a:r>
                <a:endParaRPr lang="en-IN" sz="34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15947036" y="1780341"/>
              <a:ext cx="173640" cy="4800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610"/>
                </a:spcBef>
                <a:buClr>
                  <a:srgbClr val="000000"/>
                </a:buClr>
                <a:defRPr/>
              </a:pPr>
              <a:endParaRPr lang="en-US" altLang="zh-CN" sz="24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36413" y="1706399"/>
            <a:ext cx="158417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4000" b="1" dirty="0">
              <a:solidFill>
                <a:srgbClr val="001F5F"/>
              </a:solidFill>
              <a:latin typeface="Times New Roman" panose="02020603050405020304"/>
              <a:cs typeface="Times New Roman" panose="02020603050405020304"/>
            </a:endParaRPr>
          </a:p>
          <a:p>
            <a:endParaRPr lang="en-US" sz="4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4000" dirty="0"/>
              <a:t> </a:t>
            </a:r>
            <a:endParaRPr lang="en-IN" sz="4000" dirty="0"/>
          </a:p>
        </p:txBody>
      </p:sp>
      <p:sp>
        <p:nvSpPr>
          <p:cNvPr id="5" name="Rectangle 4"/>
          <p:cNvSpPr/>
          <p:nvPr/>
        </p:nvSpPr>
        <p:spPr>
          <a:xfrm>
            <a:off x="1703601" y="2660178"/>
            <a:ext cx="15570133" cy="362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– IV</a:t>
            </a:r>
          </a:p>
          <a:p>
            <a:pPr algn="just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to Functions, Function Declaration and Definition, Function call Return Types and Arguments, arrays as parameters, Scope and Lifetime of Variables, storage class, recursion, functions and arrays.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6342429" y="-129719"/>
            <a:ext cx="6533760" cy="1836118"/>
            <a:chOff x="13004829" y="1407596"/>
            <a:chExt cx="6141489" cy="1909355"/>
          </a:xfrm>
        </p:grpSpPr>
        <p:grpSp>
          <p:nvGrpSpPr>
            <p:cNvPr id="13" name="Group 12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5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6" name="object 4"/>
              <p:cNvSpPr/>
              <p:nvPr/>
            </p:nvSpPr>
            <p:spPr>
              <a:xfrm>
                <a:off x="4845349" y="92722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algn="ctr"/>
                <a:r>
                  <a:rPr lang="en-US" sz="3600" b="1" dirty="0"/>
                  <a:t>Function</a:t>
                </a:r>
              </a:p>
              <a:p>
                <a:pPr algn="ctr"/>
                <a:endParaRPr lang="en-IN" sz="34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15947036" y="1780341"/>
              <a:ext cx="173640" cy="4800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610"/>
                </a:spcBef>
                <a:buClr>
                  <a:srgbClr val="000000"/>
                </a:buClr>
                <a:defRPr/>
              </a:pPr>
              <a:endParaRPr lang="en-US" altLang="zh-CN" sz="24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3903" y="2504917"/>
            <a:ext cx="1008112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c, we can divide a large program into the basic building  blocks known as function.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is a block of statements which can be used to perform a particular task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a group of statements that together perform a </a:t>
            </a:r>
          </a:p>
          <a:p>
            <a:pPr algn="just"/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task.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C program has at least one function, which is main().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divide up your code into separate functions.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6022B-A08D-DED8-BFD3-9EF868A17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5103" y="2484190"/>
            <a:ext cx="6732588" cy="68634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6374007" y="539974"/>
            <a:ext cx="6533760" cy="2055262"/>
            <a:chOff x="12963112" y="1439933"/>
            <a:chExt cx="6141489" cy="1909355"/>
          </a:xfrm>
        </p:grpSpPr>
        <p:grpSp>
          <p:nvGrpSpPr>
            <p:cNvPr id="13" name="Group 12"/>
            <p:cNvGrpSpPr/>
            <p:nvPr/>
          </p:nvGrpSpPr>
          <p:grpSpPr>
            <a:xfrm>
              <a:off x="12963112" y="1439933"/>
              <a:ext cx="6141489" cy="1909355"/>
              <a:chOff x="4681500" y="737823"/>
              <a:chExt cx="3456384" cy="1077033"/>
            </a:xfrm>
          </p:grpSpPr>
          <p:pic>
            <p:nvPicPr>
              <p:cNvPr id="15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681500" y="737823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6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algn="ctr"/>
                <a:r>
                  <a:rPr lang="en-US" sz="3600" b="1" dirty="0"/>
                  <a:t>Advantage of functions in C</a:t>
                </a:r>
                <a:endParaRPr lang="en-IN" sz="34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15947036" y="1780341"/>
              <a:ext cx="173640" cy="4800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610"/>
                </a:spcBef>
                <a:buClr>
                  <a:srgbClr val="000000"/>
                </a:buClr>
                <a:defRPr/>
              </a:pPr>
              <a:endParaRPr lang="en-US" altLang="zh-CN" sz="24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96071" y="3348286"/>
            <a:ext cx="1526569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400" dirty="0"/>
              <a:t> </a:t>
            </a:r>
            <a:r>
              <a:rPr lang="en-US" sz="4800" dirty="0"/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functions, we can avoid rewriting same logic/code again and again in a program.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We can call C functions any number of times in a program and 	from any place in a program.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track a large C program easily when it is divided into 	multiple  functions.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Reusability is the main achievement of C functions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5896471" y="828006"/>
            <a:ext cx="6533760" cy="1836118"/>
            <a:chOff x="13004829" y="1407596"/>
            <a:chExt cx="6141489" cy="1909355"/>
          </a:xfrm>
        </p:grpSpPr>
        <p:grpSp>
          <p:nvGrpSpPr>
            <p:cNvPr id="13" name="Group 12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5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6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algn="ctr"/>
                <a:r>
                  <a:rPr lang="en-IN" sz="4000" b="1" dirty="0"/>
                  <a:t>Functions</a:t>
                </a:r>
                <a:endParaRPr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Rectangle 13"/>
            <p:cNvSpPr/>
            <p:nvPr/>
          </p:nvSpPr>
          <p:spPr>
            <a:xfrm>
              <a:off x="15947036" y="1780341"/>
              <a:ext cx="173640" cy="4800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610"/>
                </a:spcBef>
                <a:buClr>
                  <a:srgbClr val="000000"/>
                </a:buClr>
                <a:defRPr/>
              </a:pPr>
              <a:endParaRPr lang="en-US" altLang="zh-CN" sz="24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83903" y="2719898"/>
            <a:ext cx="11377264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functions in C programming:</a:t>
            </a:r>
          </a:p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1.Library Functions (or built in or predefined):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functions which are declared in the C header files such as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gets(), puts(), ceil(), floor() etc.</a:t>
            </a:r>
          </a:p>
          <a:p>
            <a:pPr algn="just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2.User-defined functions: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functions which are created by the C</a:t>
            </a:r>
          </a:p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programmer, so that he/she can use it many times. It reduces the</a:t>
            </a:r>
          </a:p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complexity of a big program and optimizes the code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0DA87-C804-DF7F-CE85-E8C88193B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167" y="2340174"/>
            <a:ext cx="5952135" cy="6984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90050" y="788401"/>
            <a:ext cx="3739069" cy="105142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6700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sz="6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06" y="1988158"/>
            <a:ext cx="16093793" cy="7116082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367665" indent="-349250">
              <a:spcBef>
                <a:spcPts val="150"/>
              </a:spcBef>
              <a:buFont typeface="Arial MT"/>
              <a:buChar char="•"/>
              <a:tabLst>
                <a:tab pos="368300" algn="l"/>
              </a:tabLst>
            </a:pPr>
            <a:r>
              <a:rPr sz="365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365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65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sz="365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aspects</a:t>
            </a:r>
            <a:r>
              <a:rPr sz="3655" spc="-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5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5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655" spc="-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"/>
              </a:spcBef>
            </a:pPr>
            <a:endParaRPr sz="5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7620" algn="just">
              <a:lnSpc>
                <a:spcPts val="3500"/>
              </a:lnSpc>
            </a:pPr>
            <a:r>
              <a:rPr lang="en-US" sz="3655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3655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3655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declared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globally in a c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to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name,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parameters,</a:t>
            </a:r>
            <a:r>
              <a:rPr sz="3655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type.</a:t>
            </a:r>
          </a:p>
          <a:p>
            <a:pPr>
              <a:spcBef>
                <a:spcPts val="55"/>
              </a:spcBef>
            </a:pPr>
            <a:endParaRPr sz="5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29210" algn="just">
              <a:lnSpc>
                <a:spcPts val="3500"/>
              </a:lnSpc>
            </a:pPr>
            <a:r>
              <a:rPr lang="en-US" sz="3655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3655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3655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executed.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the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comes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called.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returned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5"/>
              </a:spcBef>
            </a:pPr>
            <a:endParaRPr sz="45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41275">
              <a:lnSpc>
                <a:spcPts val="3500"/>
              </a:lnSpc>
            </a:pPr>
            <a:r>
              <a:rPr lang="en-US" sz="3655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3655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called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anywhere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program.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declaration.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declaration.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7569" y="761356"/>
            <a:ext cx="7426636" cy="75916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lang="en-US" sz="48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48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unction</a:t>
            </a:r>
            <a:r>
              <a:rPr sz="4800" u="heavy" spc="-76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48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claration</a:t>
            </a:r>
            <a:endParaRPr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7564" y="2555252"/>
            <a:ext cx="16776098" cy="7819166"/>
          </a:xfrm>
          <a:prstGeom prst="rect">
            <a:avLst/>
          </a:prstGeom>
        </p:spPr>
        <p:txBody>
          <a:bodyPr vert="horz" wrap="square" lIns="0" tIns="148881" rIns="0" bIns="0" rtlCol="0">
            <a:spAutoFit/>
          </a:bodyPr>
          <a:lstStyle/>
          <a:p>
            <a:pPr marL="273685">
              <a:spcBef>
                <a:spcPts val="1170"/>
              </a:spcBef>
            </a:pPr>
            <a:r>
              <a:rPr sz="4265" b="1" u="heavy" spc="-38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685">
              <a:spcBef>
                <a:spcPts val="1030"/>
              </a:spcBef>
            </a:pPr>
            <a:r>
              <a:rPr sz="3600" b="1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sz="3600" b="1" spc="69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function_name(</a:t>
            </a:r>
            <a:r>
              <a:rPr sz="3600" b="1" spc="46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sz="3600" b="1" spc="76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3600" b="1" spc="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3600" b="1" spc="-8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685">
              <a:spcBef>
                <a:spcPts val="1030"/>
              </a:spcBef>
            </a:pPr>
            <a:endParaRPr lang="en-IN" sz="3600" b="1" spc="-8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685">
              <a:spcBef>
                <a:spcPts val="1030"/>
              </a:spcBef>
            </a:pPr>
            <a:r>
              <a:rPr lang="en-IN" sz="36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IN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of any data type such as int, double, char ,void ,short etc.</a:t>
            </a:r>
          </a:p>
          <a:p>
            <a:pPr marL="273685">
              <a:spcBef>
                <a:spcPts val="1030"/>
              </a:spcBef>
            </a:pPr>
            <a:endParaRPr lang="en-IN" sz="3600" b="1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685">
              <a:spcBef>
                <a:spcPts val="1030"/>
              </a:spcBef>
            </a:pPr>
            <a:r>
              <a:rPr lang="en-IN" sz="36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and Arguments :</a:t>
            </a:r>
          </a:p>
          <a:p>
            <a:pPr marL="273685">
              <a:spcBef>
                <a:spcPts val="1030"/>
              </a:spcBef>
            </a:pPr>
            <a:r>
              <a:rPr lang="en-IN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can be passes to functions as a parameter. These are act as variables inside the function.</a:t>
            </a:r>
          </a:p>
          <a:p>
            <a:pPr marL="273685">
              <a:spcBef>
                <a:spcPts val="1030"/>
              </a:spcBef>
            </a:pPr>
            <a:r>
              <a:rPr lang="en-IN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are specified after the function name, inside the parentheses. You can add as many parameters as you want, separate them with a comma.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"/>
              </a:spcBef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20490"/>
            <a:endParaRPr sz="3655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87959" y="2052142"/>
            <a:ext cx="161297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3600" b="1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3600" b="1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Data_Type</a:t>
            </a:r>
            <a:r>
              <a:rPr lang="en-US" sz="3600" b="1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 defines the return data type of a value in the function. The return data type can be integer, float, character, etc.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Name: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 defines the actual name of a function that contains some parameters.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Parameters/ Arguments: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 is a parameter that passed inside the function name of a program. Parameters can be any type, order, and the number of parameters.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Body: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 is the collection of the statements to be executed for performing the specific tasks in a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40487" y="806022"/>
            <a:ext cx="6667731" cy="75916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lang="en-US" sz="48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48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unction</a:t>
            </a:r>
            <a:r>
              <a:rPr sz="4800" u="heavy" spc="-99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u="heavy" spc="-99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48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efinition</a:t>
            </a:r>
            <a:endParaRPr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7717" y="1541632"/>
            <a:ext cx="15191922" cy="8291538"/>
          </a:xfrm>
          <a:prstGeom prst="rect">
            <a:avLst/>
          </a:prstGeom>
        </p:spPr>
        <p:txBody>
          <a:bodyPr vert="horz" wrap="square" lIns="0" tIns="148881" rIns="0" bIns="0" rtlCol="0">
            <a:spAutoFit/>
          </a:bodyPr>
          <a:lstStyle/>
          <a:p>
            <a:pPr marL="314325">
              <a:spcBef>
                <a:spcPts val="1170"/>
              </a:spcBef>
            </a:pPr>
            <a:r>
              <a:rPr sz="4265" b="1" u="heavy" spc="-38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syntax: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314325">
              <a:spcBef>
                <a:spcPts val="1030"/>
              </a:spcBef>
            </a:pPr>
            <a:r>
              <a:rPr sz="4265" b="1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sz="4265" b="1" spc="6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function_name(</a:t>
            </a:r>
            <a:r>
              <a:rPr sz="4265" b="1" spc="46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sz="4265" b="1" spc="76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4265" b="1" spc="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325">
              <a:spcBef>
                <a:spcPts val="1005"/>
              </a:spcBef>
            </a:pPr>
            <a:r>
              <a:rPr sz="426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325">
              <a:spcBef>
                <a:spcPts val="1005"/>
              </a:spcBef>
            </a:pPr>
            <a:r>
              <a:rPr sz="426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sz="4265" b="1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265" b="1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265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325">
              <a:spcBef>
                <a:spcPts val="350"/>
              </a:spcBef>
            </a:pPr>
            <a:r>
              <a:rPr sz="426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1360"/>
              </a:spcBef>
            </a:pPr>
            <a:r>
              <a:rPr sz="4265" u="heavy" spc="-3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sz="4265" u="heavy" spc="-8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u="heavy" spc="-23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4265" u="heavy" spc="1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u="heavy" spc="-8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265" u="heavy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u="heavy" spc="-8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265" u="heavy" spc="1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u="heavy" spc="-8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265" u="heavy" spc="8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u="heavy" spc="-23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4265" u="heavy" spc="-8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u="heavy" spc="-3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form: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1030"/>
              </a:spcBef>
            </a:pPr>
            <a:r>
              <a:rPr sz="426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sz="426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var1,datatype</a:t>
            </a:r>
            <a:r>
              <a:rPr sz="426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var2,datatype</a:t>
            </a:r>
            <a:r>
              <a:rPr sz="4265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var3……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525"/>
              </a:spcBef>
            </a:pPr>
            <a:r>
              <a:rPr sz="3655" b="1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returntype</a:t>
            </a:r>
            <a:r>
              <a:rPr sz="3655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function_name(datatype</a:t>
            </a:r>
            <a:r>
              <a:rPr sz="3655" b="1" spc="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b="1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var1,datatype</a:t>
            </a:r>
            <a:r>
              <a:rPr sz="3655" b="1" spc="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b="1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var2,datatype</a:t>
            </a:r>
            <a:r>
              <a:rPr lang="en-IN" sz="3655" b="1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b="1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var3…………)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/>
            <a:r>
              <a:rPr sz="3655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lnSpc>
                <a:spcPts val="4050"/>
              </a:lnSpc>
            </a:pPr>
            <a:r>
              <a:rPr sz="365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sz="3655" b="1" spc="-3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55" b="1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b="1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655" b="1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lnSpc>
                <a:spcPts val="4050"/>
              </a:lnSpc>
            </a:pPr>
            <a:r>
              <a:rPr sz="3655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55911" y="2754"/>
            <a:ext cx="20594288" cy="791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20490"/>
            <a:r>
              <a:rPr lang="en-US" sz="48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4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4800" spc="-122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endParaRPr lang="en-US"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65250" marR="3783965" indent="-571500" algn="just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called </a:t>
            </a:r>
            <a:r>
              <a:rPr lang="en-US"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anywhere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program. </a:t>
            </a:r>
          </a:p>
          <a:p>
            <a:pPr marL="1365250" marR="3783965" indent="-571500" algn="just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</a:t>
            </a:r>
            <a:r>
              <a:rPr lang="en-US" sz="3600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3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</a:t>
            </a:r>
            <a:r>
              <a:rPr lang="en-US" sz="36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declaration.</a:t>
            </a:r>
            <a:r>
              <a:rPr lang="en-US" sz="36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365250" marR="3783965" indent="-571500" algn="just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function call is an important part of the C programming language. It is called inside a program whenever it is required to call a function. </a:t>
            </a:r>
          </a:p>
          <a:p>
            <a:pPr marL="1365250" marR="3783965" indent="-571500" algn="just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only called by its name in the main() function of a program. </a:t>
            </a:r>
          </a:p>
          <a:p>
            <a:pPr marL="1365250" marR="3783965" indent="-571500" algn="just">
              <a:lnSpc>
                <a:spcPct val="15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pass the parameters to a function calling in the main() function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declaration.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u="heavy" spc="-3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0" marR="3783965">
              <a:lnSpc>
                <a:spcPts val="8770"/>
              </a:lnSpc>
              <a:spcBef>
                <a:spcPts val="375"/>
              </a:spcBef>
            </a:pPr>
            <a:r>
              <a:rPr lang="en-US" sz="3600" b="1" spc="-3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</a:t>
            </a:r>
            <a:r>
              <a:rPr lang="en-US" sz="3600" b="1" u="heavy" spc="-3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yntax: </a:t>
            </a:r>
            <a:r>
              <a:rPr lang="en-US" sz="3600" b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15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US" sz="3600" b="1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(parameters);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90048" y="59098"/>
            <a:ext cx="3911891" cy="105142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6700" u="heavy" spc="-53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sz="6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07" y="1192824"/>
            <a:ext cx="9796160" cy="6324800"/>
          </a:xfrm>
          <a:prstGeom prst="rect">
            <a:avLst/>
          </a:prstGeom>
        </p:spPr>
        <p:txBody>
          <a:bodyPr vert="horz" wrap="square" lIns="0" tIns="128579" rIns="0" bIns="0" rtlCol="0">
            <a:spAutoFit/>
          </a:bodyPr>
          <a:lstStyle/>
          <a:p>
            <a:pPr marL="19050">
              <a:spcBef>
                <a:spcPts val="1010"/>
              </a:spcBef>
            </a:pPr>
            <a:r>
              <a:rPr sz="4265" b="1" u="heavy" spc="-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Defining a</a:t>
            </a:r>
            <a:r>
              <a:rPr sz="4265" b="1" u="heavy" spc="-23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4265" b="1" u="heavy" spc="-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Function:</a:t>
            </a:r>
            <a:endParaRPr sz="4265" dirty="0">
              <a:latin typeface="Arial" panose="020B0604020202020204"/>
              <a:cs typeface="Arial" panose="020B0604020202020204"/>
            </a:endParaRPr>
          </a:p>
          <a:p>
            <a:pPr marL="19050">
              <a:spcBef>
                <a:spcPts val="855"/>
              </a:spcBef>
            </a:pPr>
            <a:r>
              <a:rPr sz="4265" spc="-23" dirty="0">
                <a:latin typeface="Calibri" panose="020F0502020204030204"/>
                <a:cs typeface="Calibri" panose="020F0502020204030204"/>
              </a:rPr>
              <a:t>return_type</a:t>
            </a:r>
            <a:r>
              <a:rPr sz="4265" spc="53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function_name(</a:t>
            </a:r>
            <a:r>
              <a:rPr sz="4265" spc="84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30" dirty="0">
                <a:latin typeface="Calibri" panose="020F0502020204030204"/>
                <a:cs typeface="Calibri" panose="020F0502020204030204"/>
              </a:rPr>
              <a:t>parameter</a:t>
            </a:r>
            <a:r>
              <a:rPr sz="4265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23" dirty="0">
                <a:latin typeface="Calibri" panose="020F0502020204030204"/>
                <a:cs typeface="Calibri" panose="020F0502020204030204"/>
              </a:rPr>
              <a:t>list</a:t>
            </a:r>
            <a:r>
              <a:rPr sz="4265" spc="38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)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010"/>
              </a:spcBef>
            </a:pPr>
            <a:r>
              <a:rPr sz="4265" spc="-8" dirty="0">
                <a:latin typeface="Calibri" panose="020F0502020204030204"/>
                <a:cs typeface="Calibri" panose="020F0502020204030204"/>
              </a:rPr>
              <a:t>{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388620">
              <a:spcBef>
                <a:spcPts val="1005"/>
              </a:spcBef>
            </a:pPr>
            <a:r>
              <a:rPr sz="4265" spc="-15" dirty="0">
                <a:latin typeface="Calibri" panose="020F0502020204030204"/>
                <a:cs typeface="Calibri" panose="020F0502020204030204"/>
              </a:rPr>
              <a:t>body</a:t>
            </a:r>
            <a:r>
              <a:rPr sz="4265" spc="-23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of</a:t>
            </a:r>
            <a:r>
              <a:rPr sz="4265" spc="-38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the</a:t>
            </a:r>
            <a:r>
              <a:rPr sz="4265" spc="-23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function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020"/>
              </a:spcBef>
            </a:pPr>
            <a:r>
              <a:rPr sz="4265" spc="-8" dirty="0">
                <a:latin typeface="Calibri" panose="020F0502020204030204"/>
                <a:cs typeface="Calibri" panose="020F0502020204030204"/>
              </a:rPr>
              <a:t>}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170"/>
              </a:spcBef>
            </a:pPr>
            <a:r>
              <a:rPr sz="4265" b="1" u="heavy" spc="-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Calling</a:t>
            </a:r>
            <a:r>
              <a:rPr sz="4265" b="1" u="heavy" spc="-3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4265" b="1" u="heavy" spc="-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a</a:t>
            </a:r>
            <a:r>
              <a:rPr sz="4265" b="1" u="heavy" spc="-3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4265" b="1" u="heavy" spc="-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Function:</a:t>
            </a:r>
            <a:endParaRPr sz="4265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40"/>
              </a:spcBef>
            </a:pPr>
            <a:endParaRPr sz="6165" dirty="0">
              <a:latin typeface="Arial" panose="020B0604020202020204"/>
              <a:cs typeface="Arial" panose="020B0604020202020204"/>
            </a:endParaRPr>
          </a:p>
          <a:p>
            <a:pPr marL="19050"/>
            <a:r>
              <a:rPr sz="4265" dirty="0">
                <a:latin typeface="Arial MT"/>
                <a:cs typeface="Arial MT"/>
              </a:rPr>
              <a:t>functionname(parameters)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330736" y="3022859"/>
            <a:ext cx="6489847" cy="5060979"/>
            <a:chOff x="5235447" y="1985517"/>
            <a:chExt cx="4262755" cy="3324225"/>
          </a:xfrm>
        </p:grpSpPr>
        <p:sp>
          <p:nvSpPr>
            <p:cNvPr id="6" name="object 6"/>
            <p:cNvSpPr/>
            <p:nvPr/>
          </p:nvSpPr>
          <p:spPr>
            <a:xfrm>
              <a:off x="5235447" y="2299842"/>
              <a:ext cx="4262755" cy="3009900"/>
            </a:xfrm>
            <a:custGeom>
              <a:avLst/>
              <a:gdLst/>
              <a:ahLst/>
              <a:cxnLst/>
              <a:rect l="l" t="t" r="r" b="b"/>
              <a:pathLst>
                <a:path w="4262755" h="3009900">
                  <a:moveTo>
                    <a:pt x="2267457" y="2692399"/>
                  </a:moveTo>
                  <a:lnTo>
                    <a:pt x="2094356" y="2743199"/>
                  </a:lnTo>
                  <a:lnTo>
                    <a:pt x="2094865" y="2743199"/>
                  </a:lnTo>
                  <a:lnTo>
                    <a:pt x="1917573" y="2781299"/>
                  </a:lnTo>
                  <a:lnTo>
                    <a:pt x="1917953" y="2781299"/>
                  </a:lnTo>
                  <a:lnTo>
                    <a:pt x="1736852" y="2806699"/>
                  </a:lnTo>
                  <a:lnTo>
                    <a:pt x="1737359" y="2806699"/>
                  </a:lnTo>
                  <a:lnTo>
                    <a:pt x="1552575" y="2844799"/>
                  </a:lnTo>
                  <a:lnTo>
                    <a:pt x="1553082" y="2844799"/>
                  </a:lnTo>
                  <a:lnTo>
                    <a:pt x="1365377" y="2870199"/>
                  </a:lnTo>
                  <a:lnTo>
                    <a:pt x="1365757" y="2870199"/>
                  </a:lnTo>
                  <a:lnTo>
                    <a:pt x="1175257" y="2895599"/>
                  </a:lnTo>
                  <a:lnTo>
                    <a:pt x="1175765" y="2895599"/>
                  </a:lnTo>
                  <a:lnTo>
                    <a:pt x="982979" y="2920999"/>
                  </a:lnTo>
                  <a:lnTo>
                    <a:pt x="983488" y="2920999"/>
                  </a:lnTo>
                  <a:lnTo>
                    <a:pt x="788797" y="2933699"/>
                  </a:lnTo>
                  <a:lnTo>
                    <a:pt x="789177" y="2933699"/>
                  </a:lnTo>
                  <a:lnTo>
                    <a:pt x="592836" y="2946399"/>
                  </a:lnTo>
                  <a:lnTo>
                    <a:pt x="593343" y="2946399"/>
                  </a:lnTo>
                  <a:lnTo>
                    <a:pt x="395859" y="2959099"/>
                  </a:lnTo>
                  <a:lnTo>
                    <a:pt x="396366" y="2959099"/>
                  </a:lnTo>
                  <a:lnTo>
                    <a:pt x="198119" y="2971799"/>
                  </a:lnTo>
                  <a:lnTo>
                    <a:pt x="0" y="2971799"/>
                  </a:lnTo>
                  <a:lnTo>
                    <a:pt x="507" y="3009899"/>
                  </a:lnTo>
                  <a:lnTo>
                    <a:pt x="398144" y="3009899"/>
                  </a:lnTo>
                  <a:lnTo>
                    <a:pt x="792861" y="2984499"/>
                  </a:lnTo>
                  <a:lnTo>
                    <a:pt x="988060" y="2959099"/>
                  </a:lnTo>
                  <a:lnTo>
                    <a:pt x="1181227" y="2946399"/>
                  </a:lnTo>
                  <a:lnTo>
                    <a:pt x="1560449" y="2895599"/>
                  </a:lnTo>
                  <a:lnTo>
                    <a:pt x="2278506" y="2743199"/>
                  </a:lnTo>
                  <a:lnTo>
                    <a:pt x="2447290" y="2705099"/>
                  </a:lnTo>
                  <a:lnTo>
                    <a:pt x="2266950" y="2705099"/>
                  </a:lnTo>
                  <a:lnTo>
                    <a:pt x="2267457" y="2692399"/>
                  </a:lnTo>
                  <a:close/>
                </a:path>
                <a:path w="4262755" h="3009900">
                  <a:moveTo>
                    <a:pt x="3652392" y="266700"/>
                  </a:moveTo>
                  <a:lnTo>
                    <a:pt x="3586733" y="266700"/>
                  </a:lnTo>
                  <a:lnTo>
                    <a:pt x="3611245" y="292100"/>
                  </a:lnTo>
                  <a:lnTo>
                    <a:pt x="3610736" y="292100"/>
                  </a:lnTo>
                  <a:lnTo>
                    <a:pt x="3634994" y="304800"/>
                  </a:lnTo>
                  <a:lnTo>
                    <a:pt x="3634612" y="304800"/>
                  </a:lnTo>
                  <a:lnTo>
                    <a:pt x="3658616" y="330200"/>
                  </a:lnTo>
                  <a:lnTo>
                    <a:pt x="3658107" y="330200"/>
                  </a:lnTo>
                  <a:lnTo>
                    <a:pt x="3681856" y="355600"/>
                  </a:lnTo>
                  <a:lnTo>
                    <a:pt x="3681476" y="355600"/>
                  </a:lnTo>
                  <a:lnTo>
                    <a:pt x="3704844" y="368300"/>
                  </a:lnTo>
                  <a:lnTo>
                    <a:pt x="3704462" y="368300"/>
                  </a:lnTo>
                  <a:lnTo>
                    <a:pt x="3727450" y="393700"/>
                  </a:lnTo>
                  <a:lnTo>
                    <a:pt x="3727069" y="393700"/>
                  </a:lnTo>
                  <a:lnTo>
                    <a:pt x="3749675" y="419100"/>
                  </a:lnTo>
                  <a:lnTo>
                    <a:pt x="3749294" y="419100"/>
                  </a:lnTo>
                  <a:lnTo>
                    <a:pt x="3771646" y="431800"/>
                  </a:lnTo>
                  <a:lnTo>
                    <a:pt x="3771392" y="431800"/>
                  </a:lnTo>
                  <a:lnTo>
                    <a:pt x="3793235" y="457200"/>
                  </a:lnTo>
                  <a:lnTo>
                    <a:pt x="3792854" y="457200"/>
                  </a:lnTo>
                  <a:lnTo>
                    <a:pt x="3814445" y="482600"/>
                  </a:lnTo>
                  <a:lnTo>
                    <a:pt x="3813936" y="482600"/>
                  </a:lnTo>
                  <a:lnTo>
                    <a:pt x="3855847" y="533400"/>
                  </a:lnTo>
                  <a:lnTo>
                    <a:pt x="3855211" y="533400"/>
                  </a:lnTo>
                  <a:lnTo>
                    <a:pt x="3895471" y="584200"/>
                  </a:lnTo>
                  <a:lnTo>
                    <a:pt x="3894835" y="584200"/>
                  </a:lnTo>
                  <a:lnTo>
                    <a:pt x="3933190" y="635000"/>
                  </a:lnTo>
                  <a:lnTo>
                    <a:pt x="3932681" y="635000"/>
                  </a:lnTo>
                  <a:lnTo>
                    <a:pt x="3969130" y="698500"/>
                  </a:lnTo>
                  <a:lnTo>
                    <a:pt x="3968623" y="698500"/>
                  </a:lnTo>
                  <a:lnTo>
                    <a:pt x="4003040" y="749300"/>
                  </a:lnTo>
                  <a:lnTo>
                    <a:pt x="4002531" y="749300"/>
                  </a:lnTo>
                  <a:lnTo>
                    <a:pt x="4034790" y="812800"/>
                  </a:lnTo>
                  <a:lnTo>
                    <a:pt x="4034535" y="812800"/>
                  </a:lnTo>
                  <a:lnTo>
                    <a:pt x="4049776" y="838200"/>
                  </a:lnTo>
                  <a:lnTo>
                    <a:pt x="4049522" y="838200"/>
                  </a:lnTo>
                  <a:lnTo>
                    <a:pt x="4064380" y="876300"/>
                  </a:lnTo>
                  <a:lnTo>
                    <a:pt x="4064127" y="876300"/>
                  </a:lnTo>
                  <a:lnTo>
                    <a:pt x="4078224" y="901700"/>
                  </a:lnTo>
                  <a:lnTo>
                    <a:pt x="4091558" y="939800"/>
                  </a:lnTo>
                  <a:lnTo>
                    <a:pt x="4104385" y="965200"/>
                  </a:lnTo>
                  <a:lnTo>
                    <a:pt x="4104131" y="965200"/>
                  </a:lnTo>
                  <a:lnTo>
                    <a:pt x="4116451" y="1003300"/>
                  </a:lnTo>
                  <a:lnTo>
                    <a:pt x="4127880" y="1028700"/>
                  </a:lnTo>
                  <a:lnTo>
                    <a:pt x="4138803" y="1066800"/>
                  </a:lnTo>
                  <a:lnTo>
                    <a:pt x="4148962" y="1092200"/>
                  </a:lnTo>
                  <a:lnTo>
                    <a:pt x="4148708" y="1092200"/>
                  </a:lnTo>
                  <a:lnTo>
                    <a:pt x="4158360" y="1130300"/>
                  </a:lnTo>
                  <a:lnTo>
                    <a:pt x="4167251" y="1155700"/>
                  </a:lnTo>
                  <a:lnTo>
                    <a:pt x="4175379" y="1193800"/>
                  </a:lnTo>
                  <a:lnTo>
                    <a:pt x="4182745" y="1219200"/>
                  </a:lnTo>
                  <a:lnTo>
                    <a:pt x="4189476" y="1257300"/>
                  </a:lnTo>
                  <a:lnTo>
                    <a:pt x="4195318" y="1295400"/>
                  </a:lnTo>
                  <a:lnTo>
                    <a:pt x="4200525" y="1320799"/>
                  </a:lnTo>
                  <a:lnTo>
                    <a:pt x="4204970" y="1358899"/>
                  </a:lnTo>
                  <a:lnTo>
                    <a:pt x="4208653" y="1396999"/>
                  </a:lnTo>
                  <a:lnTo>
                    <a:pt x="4211447" y="1422399"/>
                  </a:lnTo>
                  <a:lnTo>
                    <a:pt x="4213479" y="1460499"/>
                  </a:lnTo>
                  <a:lnTo>
                    <a:pt x="4214749" y="1498599"/>
                  </a:lnTo>
                  <a:lnTo>
                    <a:pt x="4215130" y="1523999"/>
                  </a:lnTo>
                  <a:lnTo>
                    <a:pt x="4213606" y="1562099"/>
                  </a:lnTo>
                  <a:lnTo>
                    <a:pt x="4213859" y="1562099"/>
                  </a:lnTo>
                  <a:lnTo>
                    <a:pt x="4209160" y="1587499"/>
                  </a:lnTo>
                  <a:lnTo>
                    <a:pt x="4209542" y="1587499"/>
                  </a:lnTo>
                  <a:lnTo>
                    <a:pt x="4202049" y="1625599"/>
                  </a:lnTo>
                  <a:lnTo>
                    <a:pt x="4202557" y="1625599"/>
                  </a:lnTo>
                  <a:lnTo>
                    <a:pt x="4191888" y="1650999"/>
                  </a:lnTo>
                  <a:lnTo>
                    <a:pt x="4192524" y="1650999"/>
                  </a:lnTo>
                  <a:lnTo>
                    <a:pt x="4179061" y="1689099"/>
                  </a:lnTo>
                  <a:lnTo>
                    <a:pt x="4179697" y="1689099"/>
                  </a:lnTo>
                  <a:lnTo>
                    <a:pt x="4163441" y="1727199"/>
                  </a:lnTo>
                  <a:lnTo>
                    <a:pt x="4164076" y="1727199"/>
                  </a:lnTo>
                  <a:lnTo>
                    <a:pt x="4145026" y="1752599"/>
                  </a:lnTo>
                  <a:lnTo>
                    <a:pt x="4145787" y="1752599"/>
                  </a:lnTo>
                  <a:lnTo>
                    <a:pt x="4123817" y="1790699"/>
                  </a:lnTo>
                  <a:lnTo>
                    <a:pt x="4124452" y="1790699"/>
                  </a:lnTo>
                  <a:lnTo>
                    <a:pt x="4099941" y="1816099"/>
                  </a:lnTo>
                  <a:lnTo>
                    <a:pt x="4100703" y="1816099"/>
                  </a:lnTo>
                  <a:lnTo>
                    <a:pt x="4073398" y="1854199"/>
                  </a:lnTo>
                  <a:lnTo>
                    <a:pt x="4074032" y="1854199"/>
                  </a:lnTo>
                  <a:lnTo>
                    <a:pt x="4044187" y="1879599"/>
                  </a:lnTo>
                  <a:lnTo>
                    <a:pt x="4044823" y="1879599"/>
                  </a:lnTo>
                  <a:lnTo>
                    <a:pt x="4012437" y="1917699"/>
                  </a:lnTo>
                  <a:lnTo>
                    <a:pt x="4013073" y="1917699"/>
                  </a:lnTo>
                  <a:lnTo>
                    <a:pt x="3978021" y="1955799"/>
                  </a:lnTo>
                  <a:lnTo>
                    <a:pt x="3978655" y="1955799"/>
                  </a:lnTo>
                  <a:lnTo>
                    <a:pt x="3941191" y="1981199"/>
                  </a:lnTo>
                  <a:lnTo>
                    <a:pt x="3941826" y="1981199"/>
                  </a:lnTo>
                  <a:lnTo>
                    <a:pt x="3901948" y="2019299"/>
                  </a:lnTo>
                  <a:lnTo>
                    <a:pt x="3902582" y="2019299"/>
                  </a:lnTo>
                  <a:lnTo>
                    <a:pt x="3860292" y="2044699"/>
                  </a:lnTo>
                  <a:lnTo>
                    <a:pt x="3860800" y="2044699"/>
                  </a:lnTo>
                  <a:lnTo>
                    <a:pt x="3816223" y="2082799"/>
                  </a:lnTo>
                  <a:lnTo>
                    <a:pt x="3816730" y="2082799"/>
                  </a:lnTo>
                  <a:lnTo>
                    <a:pt x="3769868" y="2108199"/>
                  </a:lnTo>
                  <a:lnTo>
                    <a:pt x="3770376" y="2108199"/>
                  </a:lnTo>
                  <a:lnTo>
                    <a:pt x="3721227" y="2146299"/>
                  </a:lnTo>
                  <a:lnTo>
                    <a:pt x="3721734" y="2146299"/>
                  </a:lnTo>
                  <a:lnTo>
                    <a:pt x="3670300" y="2171699"/>
                  </a:lnTo>
                  <a:lnTo>
                    <a:pt x="3670807" y="2171699"/>
                  </a:lnTo>
                  <a:lnTo>
                    <a:pt x="3617341" y="2197099"/>
                  </a:lnTo>
                  <a:lnTo>
                    <a:pt x="3617849" y="2197099"/>
                  </a:lnTo>
                  <a:lnTo>
                    <a:pt x="3562350" y="2235199"/>
                  </a:lnTo>
                  <a:lnTo>
                    <a:pt x="3562730" y="2235199"/>
                  </a:lnTo>
                  <a:lnTo>
                    <a:pt x="3505200" y="2260599"/>
                  </a:lnTo>
                  <a:lnTo>
                    <a:pt x="3505580" y="2260599"/>
                  </a:lnTo>
                  <a:lnTo>
                    <a:pt x="3446018" y="2285999"/>
                  </a:lnTo>
                  <a:lnTo>
                    <a:pt x="3446399" y="2285999"/>
                  </a:lnTo>
                  <a:lnTo>
                    <a:pt x="3384930" y="2324099"/>
                  </a:lnTo>
                  <a:lnTo>
                    <a:pt x="3385311" y="2324099"/>
                  </a:lnTo>
                  <a:lnTo>
                    <a:pt x="3321811" y="2349499"/>
                  </a:lnTo>
                  <a:lnTo>
                    <a:pt x="3322193" y="2349499"/>
                  </a:lnTo>
                  <a:lnTo>
                    <a:pt x="3256915" y="2374899"/>
                  </a:lnTo>
                  <a:lnTo>
                    <a:pt x="3257296" y="2374899"/>
                  </a:lnTo>
                  <a:lnTo>
                    <a:pt x="3190367" y="2400299"/>
                  </a:lnTo>
                  <a:lnTo>
                    <a:pt x="3190621" y="2400299"/>
                  </a:lnTo>
                  <a:lnTo>
                    <a:pt x="3121913" y="2438399"/>
                  </a:lnTo>
                  <a:lnTo>
                    <a:pt x="3122168" y="2438399"/>
                  </a:lnTo>
                  <a:lnTo>
                    <a:pt x="3051682" y="2463799"/>
                  </a:lnTo>
                  <a:lnTo>
                    <a:pt x="3052063" y="2463799"/>
                  </a:lnTo>
                  <a:lnTo>
                    <a:pt x="2979928" y="2489199"/>
                  </a:lnTo>
                  <a:lnTo>
                    <a:pt x="2980181" y="2489199"/>
                  </a:lnTo>
                  <a:lnTo>
                    <a:pt x="2906522" y="2514599"/>
                  </a:lnTo>
                  <a:lnTo>
                    <a:pt x="2906776" y="2514599"/>
                  </a:lnTo>
                  <a:lnTo>
                    <a:pt x="2831465" y="2539999"/>
                  </a:lnTo>
                  <a:lnTo>
                    <a:pt x="2831719" y="2539999"/>
                  </a:lnTo>
                  <a:lnTo>
                    <a:pt x="2755010" y="2565399"/>
                  </a:lnTo>
                  <a:lnTo>
                    <a:pt x="2755392" y="2565399"/>
                  </a:lnTo>
                  <a:lnTo>
                    <a:pt x="2597530" y="2616199"/>
                  </a:lnTo>
                  <a:lnTo>
                    <a:pt x="2598038" y="2616199"/>
                  </a:lnTo>
                  <a:lnTo>
                    <a:pt x="2434717" y="2654299"/>
                  </a:lnTo>
                  <a:lnTo>
                    <a:pt x="2435225" y="2654299"/>
                  </a:lnTo>
                  <a:lnTo>
                    <a:pt x="2266950" y="2705099"/>
                  </a:lnTo>
                  <a:lnTo>
                    <a:pt x="2447290" y="2705099"/>
                  </a:lnTo>
                  <a:lnTo>
                    <a:pt x="2611120" y="2654299"/>
                  </a:lnTo>
                  <a:lnTo>
                    <a:pt x="2846578" y="2578099"/>
                  </a:lnTo>
                  <a:lnTo>
                    <a:pt x="2996183" y="2527299"/>
                  </a:lnTo>
                  <a:lnTo>
                    <a:pt x="3139440" y="2476499"/>
                  </a:lnTo>
                  <a:lnTo>
                    <a:pt x="3275837" y="2425699"/>
                  </a:lnTo>
                  <a:lnTo>
                    <a:pt x="3341370" y="2387599"/>
                  </a:lnTo>
                  <a:lnTo>
                    <a:pt x="3405251" y="2362199"/>
                  </a:lnTo>
                  <a:lnTo>
                    <a:pt x="3467100" y="2336799"/>
                  </a:lnTo>
                  <a:lnTo>
                    <a:pt x="3527044" y="2298699"/>
                  </a:lnTo>
                  <a:lnTo>
                    <a:pt x="3584955" y="2273299"/>
                  </a:lnTo>
                  <a:lnTo>
                    <a:pt x="3640962" y="2247899"/>
                  </a:lnTo>
                  <a:lnTo>
                    <a:pt x="3694810" y="2209799"/>
                  </a:lnTo>
                  <a:lnTo>
                    <a:pt x="3746627" y="2184399"/>
                  </a:lnTo>
                  <a:lnTo>
                    <a:pt x="3796283" y="2146299"/>
                  </a:lnTo>
                  <a:lnTo>
                    <a:pt x="3843654" y="2120899"/>
                  </a:lnTo>
                  <a:lnTo>
                    <a:pt x="3888867" y="2082799"/>
                  </a:lnTo>
                  <a:lnTo>
                    <a:pt x="3931793" y="2057399"/>
                  </a:lnTo>
                  <a:lnTo>
                    <a:pt x="3972305" y="2019299"/>
                  </a:lnTo>
                  <a:lnTo>
                    <a:pt x="4010405" y="1981199"/>
                  </a:lnTo>
                  <a:lnTo>
                    <a:pt x="4046093" y="1955799"/>
                  </a:lnTo>
                  <a:lnTo>
                    <a:pt x="4079240" y="1917699"/>
                  </a:lnTo>
                  <a:lnTo>
                    <a:pt x="4109974" y="1879599"/>
                  </a:lnTo>
                  <a:lnTo>
                    <a:pt x="4138041" y="1854199"/>
                  </a:lnTo>
                  <a:lnTo>
                    <a:pt x="4163313" y="1816099"/>
                  </a:lnTo>
                  <a:lnTo>
                    <a:pt x="4186047" y="1777999"/>
                  </a:lnTo>
                  <a:lnTo>
                    <a:pt x="4205985" y="1739899"/>
                  </a:lnTo>
                  <a:lnTo>
                    <a:pt x="4223004" y="1701799"/>
                  </a:lnTo>
                  <a:lnTo>
                    <a:pt x="4237228" y="1676399"/>
                  </a:lnTo>
                  <a:lnTo>
                    <a:pt x="4248277" y="1638299"/>
                  </a:lnTo>
                  <a:lnTo>
                    <a:pt x="4256278" y="1600199"/>
                  </a:lnTo>
                  <a:lnTo>
                    <a:pt x="4261231" y="1562099"/>
                  </a:lnTo>
                  <a:lnTo>
                    <a:pt x="4262755" y="1523999"/>
                  </a:lnTo>
                  <a:lnTo>
                    <a:pt x="4262374" y="1485899"/>
                  </a:lnTo>
                  <a:lnTo>
                    <a:pt x="4261104" y="1460499"/>
                  </a:lnTo>
                  <a:lnTo>
                    <a:pt x="4258945" y="1422399"/>
                  </a:lnTo>
                  <a:lnTo>
                    <a:pt x="4256024" y="1384299"/>
                  </a:lnTo>
                  <a:lnTo>
                    <a:pt x="4252213" y="1358899"/>
                  </a:lnTo>
                  <a:lnTo>
                    <a:pt x="4247642" y="1320799"/>
                  </a:lnTo>
                  <a:lnTo>
                    <a:pt x="4242308" y="1282700"/>
                  </a:lnTo>
                  <a:lnTo>
                    <a:pt x="4236211" y="1244600"/>
                  </a:lnTo>
                  <a:lnTo>
                    <a:pt x="4229354" y="1219200"/>
                  </a:lnTo>
                  <a:lnTo>
                    <a:pt x="4221607" y="1181100"/>
                  </a:lnTo>
                  <a:lnTo>
                    <a:pt x="4213225" y="1143000"/>
                  </a:lnTo>
                  <a:lnTo>
                    <a:pt x="4204208" y="1117600"/>
                  </a:lnTo>
                  <a:lnTo>
                    <a:pt x="4194429" y="1079500"/>
                  </a:lnTo>
                  <a:lnTo>
                    <a:pt x="4184015" y="1041400"/>
                  </a:lnTo>
                  <a:lnTo>
                    <a:pt x="4172838" y="1016000"/>
                  </a:lnTo>
                  <a:lnTo>
                    <a:pt x="4161028" y="977900"/>
                  </a:lnTo>
                  <a:lnTo>
                    <a:pt x="4148581" y="952500"/>
                  </a:lnTo>
                  <a:lnTo>
                    <a:pt x="4135374" y="914400"/>
                  </a:lnTo>
                  <a:lnTo>
                    <a:pt x="4121657" y="889000"/>
                  </a:lnTo>
                  <a:lnTo>
                    <a:pt x="4107433" y="850900"/>
                  </a:lnTo>
                  <a:lnTo>
                    <a:pt x="4092448" y="825500"/>
                  </a:lnTo>
                  <a:lnTo>
                    <a:pt x="4076954" y="787400"/>
                  </a:lnTo>
                  <a:lnTo>
                    <a:pt x="4044315" y="723900"/>
                  </a:lnTo>
                  <a:lnTo>
                    <a:pt x="4009390" y="673100"/>
                  </a:lnTo>
                  <a:lnTo>
                    <a:pt x="3972432" y="609600"/>
                  </a:lnTo>
                  <a:lnTo>
                    <a:pt x="3933571" y="558800"/>
                  </a:lnTo>
                  <a:lnTo>
                    <a:pt x="3892804" y="508000"/>
                  </a:lnTo>
                  <a:lnTo>
                    <a:pt x="3850385" y="457200"/>
                  </a:lnTo>
                  <a:lnTo>
                    <a:pt x="3806190" y="406400"/>
                  </a:lnTo>
                  <a:lnTo>
                    <a:pt x="3760470" y="355600"/>
                  </a:lnTo>
                  <a:lnTo>
                    <a:pt x="3713353" y="317500"/>
                  </a:lnTo>
                  <a:lnTo>
                    <a:pt x="3689223" y="292100"/>
                  </a:lnTo>
                  <a:lnTo>
                    <a:pt x="3664711" y="279400"/>
                  </a:lnTo>
                  <a:lnTo>
                    <a:pt x="3652392" y="266700"/>
                  </a:lnTo>
                  <a:close/>
                </a:path>
                <a:path w="4262755" h="3009900">
                  <a:moveTo>
                    <a:pt x="3239770" y="50800"/>
                  </a:moveTo>
                  <a:lnTo>
                    <a:pt x="3215978" y="50800"/>
                  </a:lnTo>
                  <a:lnTo>
                    <a:pt x="3211237" y="101600"/>
                  </a:lnTo>
                  <a:lnTo>
                    <a:pt x="3229482" y="101600"/>
                  </a:lnTo>
                  <a:lnTo>
                    <a:pt x="3256533" y="114300"/>
                  </a:lnTo>
                  <a:lnTo>
                    <a:pt x="3282060" y="114300"/>
                  </a:lnTo>
                  <a:lnTo>
                    <a:pt x="3308984" y="127000"/>
                  </a:lnTo>
                  <a:lnTo>
                    <a:pt x="3308223" y="127000"/>
                  </a:lnTo>
                  <a:lnTo>
                    <a:pt x="3334893" y="139700"/>
                  </a:lnTo>
                  <a:lnTo>
                    <a:pt x="3360166" y="139700"/>
                  </a:lnTo>
                  <a:lnTo>
                    <a:pt x="3386708" y="152400"/>
                  </a:lnTo>
                  <a:lnTo>
                    <a:pt x="3386074" y="152400"/>
                  </a:lnTo>
                  <a:lnTo>
                    <a:pt x="3412362" y="165100"/>
                  </a:lnTo>
                  <a:lnTo>
                    <a:pt x="3411728" y="165100"/>
                  </a:lnTo>
                  <a:lnTo>
                    <a:pt x="3437890" y="177800"/>
                  </a:lnTo>
                  <a:lnTo>
                    <a:pt x="3437254" y="177800"/>
                  </a:lnTo>
                  <a:lnTo>
                    <a:pt x="3463162" y="190500"/>
                  </a:lnTo>
                  <a:lnTo>
                    <a:pt x="3462654" y="190500"/>
                  </a:lnTo>
                  <a:lnTo>
                    <a:pt x="3488562" y="203200"/>
                  </a:lnTo>
                  <a:lnTo>
                    <a:pt x="3487928" y="203200"/>
                  </a:lnTo>
                  <a:lnTo>
                    <a:pt x="3513454" y="228600"/>
                  </a:lnTo>
                  <a:lnTo>
                    <a:pt x="3512820" y="228600"/>
                  </a:lnTo>
                  <a:lnTo>
                    <a:pt x="3538220" y="241300"/>
                  </a:lnTo>
                  <a:lnTo>
                    <a:pt x="3537711" y="241300"/>
                  </a:lnTo>
                  <a:lnTo>
                    <a:pt x="3562730" y="254000"/>
                  </a:lnTo>
                  <a:lnTo>
                    <a:pt x="3562350" y="254000"/>
                  </a:lnTo>
                  <a:lnTo>
                    <a:pt x="3587115" y="279400"/>
                  </a:lnTo>
                  <a:lnTo>
                    <a:pt x="3586733" y="266700"/>
                  </a:lnTo>
                  <a:lnTo>
                    <a:pt x="3652392" y="266700"/>
                  </a:lnTo>
                  <a:lnTo>
                    <a:pt x="3640074" y="254000"/>
                  </a:lnTo>
                  <a:lnTo>
                    <a:pt x="3615054" y="228600"/>
                  </a:lnTo>
                  <a:lnTo>
                    <a:pt x="3564254" y="203200"/>
                  </a:lnTo>
                  <a:lnTo>
                    <a:pt x="3538347" y="177800"/>
                  </a:lnTo>
                  <a:lnTo>
                    <a:pt x="3405631" y="114300"/>
                  </a:lnTo>
                  <a:lnTo>
                    <a:pt x="3323590" y="76200"/>
                  </a:lnTo>
                  <a:lnTo>
                    <a:pt x="3296030" y="76200"/>
                  </a:lnTo>
                  <a:lnTo>
                    <a:pt x="3268218" y="63500"/>
                  </a:lnTo>
                  <a:lnTo>
                    <a:pt x="3239770" y="50800"/>
                  </a:lnTo>
                  <a:close/>
                </a:path>
                <a:path w="4262755" h="3009900">
                  <a:moveTo>
                    <a:pt x="3220720" y="0"/>
                  </a:moveTo>
                  <a:lnTo>
                    <a:pt x="3071368" y="63500"/>
                  </a:lnTo>
                  <a:lnTo>
                    <a:pt x="3206496" y="152400"/>
                  </a:lnTo>
                  <a:lnTo>
                    <a:pt x="3211237" y="101600"/>
                  </a:lnTo>
                  <a:lnTo>
                    <a:pt x="3186303" y="101600"/>
                  </a:lnTo>
                  <a:lnTo>
                    <a:pt x="3193415" y="50800"/>
                  </a:lnTo>
                  <a:lnTo>
                    <a:pt x="3215978" y="50800"/>
                  </a:lnTo>
                  <a:lnTo>
                    <a:pt x="3220720" y="0"/>
                  </a:lnTo>
                  <a:close/>
                </a:path>
                <a:path w="4262755" h="3009900">
                  <a:moveTo>
                    <a:pt x="3215978" y="50800"/>
                  </a:moveTo>
                  <a:lnTo>
                    <a:pt x="3193415" y="50800"/>
                  </a:lnTo>
                  <a:lnTo>
                    <a:pt x="3186303" y="101600"/>
                  </a:lnTo>
                  <a:lnTo>
                    <a:pt x="3211237" y="101600"/>
                  </a:lnTo>
                  <a:lnTo>
                    <a:pt x="3215978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70"/>
            </a:p>
          </p:txBody>
        </p:sp>
        <p:sp>
          <p:nvSpPr>
            <p:cNvPr id="7" name="object 7"/>
            <p:cNvSpPr/>
            <p:nvPr/>
          </p:nvSpPr>
          <p:spPr>
            <a:xfrm>
              <a:off x="7581137" y="2010917"/>
              <a:ext cx="538480" cy="1597660"/>
            </a:xfrm>
            <a:custGeom>
              <a:avLst/>
              <a:gdLst/>
              <a:ahLst/>
              <a:cxnLst/>
              <a:rect l="l" t="t" r="r" b="b"/>
              <a:pathLst>
                <a:path w="538479" h="1597660">
                  <a:moveTo>
                    <a:pt x="0" y="0"/>
                  </a:moveTo>
                  <a:lnTo>
                    <a:pt x="71518" y="1601"/>
                  </a:lnTo>
                  <a:lnTo>
                    <a:pt x="135777" y="6119"/>
                  </a:lnTo>
                  <a:lnTo>
                    <a:pt x="190214" y="13128"/>
                  </a:lnTo>
                  <a:lnTo>
                    <a:pt x="232268" y="22201"/>
                  </a:lnTo>
                  <a:lnTo>
                    <a:pt x="268985" y="44831"/>
                  </a:lnTo>
                  <a:lnTo>
                    <a:pt x="268985" y="753745"/>
                  </a:lnTo>
                  <a:lnTo>
                    <a:pt x="278592" y="765664"/>
                  </a:lnTo>
                  <a:lnTo>
                    <a:pt x="347757" y="785447"/>
                  </a:lnTo>
                  <a:lnTo>
                    <a:pt x="402194" y="792456"/>
                  </a:lnTo>
                  <a:lnTo>
                    <a:pt x="466453" y="796974"/>
                  </a:lnTo>
                  <a:lnTo>
                    <a:pt x="537971" y="798576"/>
                  </a:lnTo>
                  <a:lnTo>
                    <a:pt x="466453" y="800177"/>
                  </a:lnTo>
                  <a:lnTo>
                    <a:pt x="402194" y="804695"/>
                  </a:lnTo>
                  <a:lnTo>
                    <a:pt x="347757" y="811704"/>
                  </a:lnTo>
                  <a:lnTo>
                    <a:pt x="305703" y="820777"/>
                  </a:lnTo>
                  <a:lnTo>
                    <a:pt x="268985" y="843407"/>
                  </a:lnTo>
                  <a:lnTo>
                    <a:pt x="268985" y="1552321"/>
                  </a:lnTo>
                  <a:lnTo>
                    <a:pt x="259379" y="1564240"/>
                  </a:lnTo>
                  <a:lnTo>
                    <a:pt x="232268" y="1574950"/>
                  </a:lnTo>
                  <a:lnTo>
                    <a:pt x="190214" y="1584023"/>
                  </a:lnTo>
                  <a:lnTo>
                    <a:pt x="135777" y="1591032"/>
                  </a:lnTo>
                  <a:lnTo>
                    <a:pt x="71518" y="1595550"/>
                  </a:lnTo>
                  <a:lnTo>
                    <a:pt x="0" y="1597152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07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19938" y="111967"/>
            <a:ext cx="3721149" cy="1050447"/>
          </a:xfrm>
          <a:prstGeom prst="rect">
            <a:avLst/>
          </a:prstGeom>
        </p:spPr>
        <p:txBody>
          <a:bodyPr vert="horz" wrap="square" lIns="0" tIns="19335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sz="6700" u="heavy" spc="-53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Functions</a:t>
            </a:r>
            <a:endParaRPr sz="6700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5342" y="5811375"/>
            <a:ext cx="4870527" cy="56072"/>
          </a:xfrm>
          <a:custGeom>
            <a:avLst/>
            <a:gdLst/>
            <a:ahLst/>
            <a:cxnLst/>
            <a:rect l="l" t="t" r="r" b="b"/>
            <a:pathLst>
              <a:path w="3199129" h="36829">
                <a:moveTo>
                  <a:pt x="3198876" y="0"/>
                </a:moveTo>
                <a:lnTo>
                  <a:pt x="0" y="0"/>
                </a:lnTo>
                <a:lnTo>
                  <a:pt x="0" y="36575"/>
                </a:lnTo>
                <a:lnTo>
                  <a:pt x="3198876" y="36575"/>
                </a:lnTo>
                <a:lnTo>
                  <a:pt x="3198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70"/>
          </a:p>
        </p:txBody>
      </p:sp>
      <p:sp>
        <p:nvSpPr>
          <p:cNvPr id="5" name="object 5"/>
          <p:cNvSpPr txBox="1"/>
          <p:nvPr/>
        </p:nvSpPr>
        <p:spPr>
          <a:xfrm>
            <a:off x="1756007" y="1192825"/>
            <a:ext cx="5588829" cy="6330699"/>
          </a:xfrm>
          <a:prstGeom prst="rect">
            <a:avLst/>
          </a:prstGeom>
        </p:spPr>
        <p:txBody>
          <a:bodyPr vert="horz" wrap="square" lIns="0" tIns="128579" rIns="0" bIns="0" rtlCol="0">
            <a:spAutoFit/>
          </a:bodyPr>
          <a:lstStyle/>
          <a:p>
            <a:pPr marL="19050">
              <a:spcBef>
                <a:spcPts val="1010"/>
              </a:spcBef>
            </a:pPr>
            <a:r>
              <a:rPr sz="4265" b="1" u="heavy" spc="-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Defining a</a:t>
            </a:r>
            <a:r>
              <a:rPr sz="4265" b="1" u="heavy" spc="-23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4265" b="1" u="heavy" spc="-8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Function:</a:t>
            </a:r>
            <a:endParaRPr sz="4265">
              <a:latin typeface="Arial" panose="020B0604020202020204"/>
              <a:cs typeface="Arial" panose="020B0604020202020204"/>
            </a:endParaRPr>
          </a:p>
          <a:p>
            <a:pPr marL="19050">
              <a:spcBef>
                <a:spcPts val="855"/>
              </a:spcBef>
            </a:pPr>
            <a:r>
              <a:rPr sz="4265" spc="-23" dirty="0">
                <a:latin typeface="Calibri" panose="020F0502020204030204"/>
                <a:cs typeface="Calibri" panose="020F0502020204030204"/>
              </a:rPr>
              <a:t>void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addition(</a:t>
            </a:r>
            <a:r>
              <a:rPr sz="4265" spc="38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23" dirty="0">
                <a:latin typeface="Calibri" panose="020F0502020204030204"/>
                <a:cs typeface="Calibri" panose="020F0502020204030204"/>
              </a:rPr>
              <a:t>int</a:t>
            </a:r>
            <a:r>
              <a:rPr sz="4265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a</a:t>
            </a:r>
            <a:r>
              <a:rPr sz="4265" spc="-23" dirty="0">
                <a:latin typeface="Calibri" panose="020F0502020204030204"/>
                <a:cs typeface="Calibri" panose="020F0502020204030204"/>
              </a:rPr>
              <a:t> ,int</a:t>
            </a:r>
            <a:r>
              <a:rPr sz="4265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15" dirty="0">
                <a:latin typeface="Calibri" panose="020F0502020204030204"/>
                <a:cs typeface="Calibri" panose="020F0502020204030204"/>
              </a:rPr>
              <a:t>b)</a:t>
            </a:r>
            <a:endParaRPr sz="4265">
              <a:latin typeface="Calibri" panose="020F0502020204030204"/>
              <a:cs typeface="Calibri" panose="020F0502020204030204"/>
            </a:endParaRPr>
          </a:p>
          <a:p>
            <a:pPr marL="388620" marR="3035935" indent="-370205">
              <a:lnSpc>
                <a:spcPct val="120000"/>
              </a:lnSpc>
              <a:spcBef>
                <a:spcPts val="10"/>
              </a:spcBef>
            </a:pPr>
            <a:r>
              <a:rPr sz="4265" spc="-23" dirty="0">
                <a:latin typeface="Calibri" panose="020F0502020204030204"/>
                <a:cs typeface="Calibri" panose="020F0502020204030204"/>
              </a:rPr>
              <a:t>{int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15" dirty="0">
                <a:latin typeface="Calibri" panose="020F0502020204030204"/>
                <a:cs typeface="Calibri" panose="020F0502020204030204"/>
              </a:rPr>
              <a:t>sum;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15" dirty="0">
                <a:latin typeface="Calibri" panose="020F0502020204030204"/>
                <a:cs typeface="Calibri" panose="020F0502020204030204"/>
              </a:rPr>
              <a:t>sum</a:t>
            </a:r>
            <a:r>
              <a:rPr sz="4265" spc="-23" dirty="0">
                <a:latin typeface="Calibri" panose="020F0502020204030204"/>
                <a:cs typeface="Calibri" panose="020F0502020204030204"/>
              </a:rPr>
              <a:t>=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a+</a:t>
            </a:r>
            <a:r>
              <a:rPr sz="4265" spc="-15" dirty="0">
                <a:latin typeface="Calibri" panose="020F0502020204030204"/>
                <a:cs typeface="Calibri" panose="020F0502020204030204"/>
              </a:rPr>
              <a:t>b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;</a:t>
            </a:r>
            <a:endParaRPr sz="4265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030"/>
              </a:spcBef>
            </a:pPr>
            <a:r>
              <a:rPr sz="4265" spc="-8" dirty="0">
                <a:latin typeface="Calibri" panose="020F0502020204030204"/>
                <a:cs typeface="Calibri" panose="020F0502020204030204"/>
              </a:rPr>
              <a:t>}</a:t>
            </a:r>
            <a:endParaRPr sz="4265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170"/>
              </a:spcBef>
            </a:pPr>
            <a:r>
              <a:rPr sz="4265" b="1" spc="-8" dirty="0">
                <a:latin typeface="Arial" panose="020B0604020202020204"/>
                <a:cs typeface="Arial" panose="020B0604020202020204"/>
              </a:rPr>
              <a:t>Calling</a:t>
            </a:r>
            <a:r>
              <a:rPr sz="4265" b="1" spc="-23" dirty="0">
                <a:latin typeface="Arial" panose="020B0604020202020204"/>
                <a:cs typeface="Arial" panose="020B0604020202020204"/>
              </a:rPr>
              <a:t> </a:t>
            </a:r>
            <a:r>
              <a:rPr sz="4265" b="1" spc="-8" dirty="0">
                <a:latin typeface="Arial" panose="020B0604020202020204"/>
                <a:cs typeface="Arial" panose="020B0604020202020204"/>
              </a:rPr>
              <a:t>a</a:t>
            </a:r>
            <a:r>
              <a:rPr sz="4265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4265" b="1" spc="-8" dirty="0">
                <a:latin typeface="Arial" panose="020B0604020202020204"/>
                <a:cs typeface="Arial" panose="020B0604020202020204"/>
              </a:rPr>
              <a:t>Function:</a:t>
            </a:r>
            <a:endParaRPr sz="4265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30"/>
              </a:spcBef>
            </a:pPr>
            <a:endParaRPr sz="6165">
              <a:latin typeface="Arial" panose="020B0604020202020204"/>
              <a:cs typeface="Arial" panose="020B0604020202020204"/>
            </a:endParaRPr>
          </a:p>
          <a:p>
            <a:pPr marL="19050"/>
            <a:r>
              <a:rPr sz="4265" dirty="0">
                <a:latin typeface="Arial MT"/>
                <a:cs typeface="Arial MT"/>
              </a:rPr>
              <a:t>addition(10,20);</a:t>
            </a:r>
            <a:endParaRPr sz="4265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29771" y="2985735"/>
            <a:ext cx="6489847" cy="5128652"/>
            <a:chOff x="3527044" y="1961133"/>
            <a:chExt cx="4262755" cy="3368675"/>
          </a:xfrm>
        </p:grpSpPr>
        <p:sp>
          <p:nvSpPr>
            <p:cNvPr id="7" name="object 7"/>
            <p:cNvSpPr/>
            <p:nvPr/>
          </p:nvSpPr>
          <p:spPr>
            <a:xfrm>
              <a:off x="3527044" y="2319654"/>
              <a:ext cx="4262755" cy="3009900"/>
            </a:xfrm>
            <a:custGeom>
              <a:avLst/>
              <a:gdLst/>
              <a:ahLst/>
              <a:cxnLst/>
              <a:rect l="l" t="t" r="r" b="b"/>
              <a:pathLst>
                <a:path w="4262755" h="3009900">
                  <a:moveTo>
                    <a:pt x="2267457" y="2692400"/>
                  </a:moveTo>
                  <a:lnTo>
                    <a:pt x="2094356" y="2743200"/>
                  </a:lnTo>
                  <a:lnTo>
                    <a:pt x="2094864" y="2743200"/>
                  </a:lnTo>
                  <a:lnTo>
                    <a:pt x="1917572" y="2781300"/>
                  </a:lnTo>
                  <a:lnTo>
                    <a:pt x="1917953" y="2781300"/>
                  </a:lnTo>
                  <a:lnTo>
                    <a:pt x="1736852" y="2806700"/>
                  </a:lnTo>
                  <a:lnTo>
                    <a:pt x="1737359" y="2806700"/>
                  </a:lnTo>
                  <a:lnTo>
                    <a:pt x="1552575" y="2844800"/>
                  </a:lnTo>
                  <a:lnTo>
                    <a:pt x="1553082" y="2844800"/>
                  </a:lnTo>
                  <a:lnTo>
                    <a:pt x="1365377" y="2870200"/>
                  </a:lnTo>
                  <a:lnTo>
                    <a:pt x="1365757" y="2870200"/>
                  </a:lnTo>
                  <a:lnTo>
                    <a:pt x="1175257" y="2895600"/>
                  </a:lnTo>
                  <a:lnTo>
                    <a:pt x="1175765" y="2895600"/>
                  </a:lnTo>
                  <a:lnTo>
                    <a:pt x="982979" y="2921000"/>
                  </a:lnTo>
                  <a:lnTo>
                    <a:pt x="983488" y="2921000"/>
                  </a:lnTo>
                  <a:lnTo>
                    <a:pt x="788796" y="2933700"/>
                  </a:lnTo>
                  <a:lnTo>
                    <a:pt x="789177" y="2933700"/>
                  </a:lnTo>
                  <a:lnTo>
                    <a:pt x="592835" y="2946400"/>
                  </a:lnTo>
                  <a:lnTo>
                    <a:pt x="593343" y="2946400"/>
                  </a:lnTo>
                  <a:lnTo>
                    <a:pt x="395858" y="2959100"/>
                  </a:lnTo>
                  <a:lnTo>
                    <a:pt x="396366" y="2959100"/>
                  </a:lnTo>
                  <a:lnTo>
                    <a:pt x="198119" y="2971800"/>
                  </a:lnTo>
                  <a:lnTo>
                    <a:pt x="0" y="2971800"/>
                  </a:lnTo>
                  <a:lnTo>
                    <a:pt x="507" y="3009900"/>
                  </a:lnTo>
                  <a:lnTo>
                    <a:pt x="398144" y="3009900"/>
                  </a:lnTo>
                  <a:lnTo>
                    <a:pt x="792860" y="2984500"/>
                  </a:lnTo>
                  <a:lnTo>
                    <a:pt x="988059" y="2959100"/>
                  </a:lnTo>
                  <a:lnTo>
                    <a:pt x="1181227" y="2946400"/>
                  </a:lnTo>
                  <a:lnTo>
                    <a:pt x="1560448" y="2895600"/>
                  </a:lnTo>
                  <a:lnTo>
                    <a:pt x="2278506" y="2743200"/>
                  </a:lnTo>
                  <a:lnTo>
                    <a:pt x="2447290" y="2705100"/>
                  </a:lnTo>
                  <a:lnTo>
                    <a:pt x="2266950" y="2705100"/>
                  </a:lnTo>
                  <a:lnTo>
                    <a:pt x="2267457" y="2692400"/>
                  </a:lnTo>
                  <a:close/>
                </a:path>
                <a:path w="4262755" h="3009900">
                  <a:moveTo>
                    <a:pt x="3652392" y="266700"/>
                  </a:moveTo>
                  <a:lnTo>
                    <a:pt x="3586733" y="266700"/>
                  </a:lnTo>
                  <a:lnTo>
                    <a:pt x="3611245" y="292100"/>
                  </a:lnTo>
                  <a:lnTo>
                    <a:pt x="3610736" y="292100"/>
                  </a:lnTo>
                  <a:lnTo>
                    <a:pt x="3634994" y="304800"/>
                  </a:lnTo>
                  <a:lnTo>
                    <a:pt x="3634612" y="304800"/>
                  </a:lnTo>
                  <a:lnTo>
                    <a:pt x="3658615" y="330200"/>
                  </a:lnTo>
                  <a:lnTo>
                    <a:pt x="3658107" y="330200"/>
                  </a:lnTo>
                  <a:lnTo>
                    <a:pt x="3681856" y="355600"/>
                  </a:lnTo>
                  <a:lnTo>
                    <a:pt x="3681476" y="355600"/>
                  </a:lnTo>
                  <a:lnTo>
                    <a:pt x="3704844" y="368300"/>
                  </a:lnTo>
                  <a:lnTo>
                    <a:pt x="3704462" y="368300"/>
                  </a:lnTo>
                  <a:lnTo>
                    <a:pt x="3727450" y="393700"/>
                  </a:lnTo>
                  <a:lnTo>
                    <a:pt x="3727069" y="393700"/>
                  </a:lnTo>
                  <a:lnTo>
                    <a:pt x="3749675" y="419100"/>
                  </a:lnTo>
                  <a:lnTo>
                    <a:pt x="3749294" y="419100"/>
                  </a:lnTo>
                  <a:lnTo>
                    <a:pt x="3771646" y="431800"/>
                  </a:lnTo>
                  <a:lnTo>
                    <a:pt x="3771391" y="431800"/>
                  </a:lnTo>
                  <a:lnTo>
                    <a:pt x="3793235" y="457200"/>
                  </a:lnTo>
                  <a:lnTo>
                    <a:pt x="3792854" y="457200"/>
                  </a:lnTo>
                  <a:lnTo>
                    <a:pt x="3814445" y="482600"/>
                  </a:lnTo>
                  <a:lnTo>
                    <a:pt x="3813936" y="482600"/>
                  </a:lnTo>
                  <a:lnTo>
                    <a:pt x="3855847" y="533400"/>
                  </a:lnTo>
                  <a:lnTo>
                    <a:pt x="3855211" y="533400"/>
                  </a:lnTo>
                  <a:lnTo>
                    <a:pt x="3895471" y="584200"/>
                  </a:lnTo>
                  <a:lnTo>
                    <a:pt x="3894835" y="584200"/>
                  </a:lnTo>
                  <a:lnTo>
                    <a:pt x="3933189" y="635000"/>
                  </a:lnTo>
                  <a:lnTo>
                    <a:pt x="3932681" y="635000"/>
                  </a:lnTo>
                  <a:lnTo>
                    <a:pt x="3969130" y="698500"/>
                  </a:lnTo>
                  <a:lnTo>
                    <a:pt x="3968623" y="698500"/>
                  </a:lnTo>
                  <a:lnTo>
                    <a:pt x="4003039" y="749300"/>
                  </a:lnTo>
                  <a:lnTo>
                    <a:pt x="4002531" y="749300"/>
                  </a:lnTo>
                  <a:lnTo>
                    <a:pt x="4034789" y="812800"/>
                  </a:lnTo>
                  <a:lnTo>
                    <a:pt x="4034535" y="812800"/>
                  </a:lnTo>
                  <a:lnTo>
                    <a:pt x="4049776" y="838200"/>
                  </a:lnTo>
                  <a:lnTo>
                    <a:pt x="4049522" y="838200"/>
                  </a:lnTo>
                  <a:lnTo>
                    <a:pt x="4064380" y="876300"/>
                  </a:lnTo>
                  <a:lnTo>
                    <a:pt x="4064127" y="876300"/>
                  </a:lnTo>
                  <a:lnTo>
                    <a:pt x="4078224" y="901700"/>
                  </a:lnTo>
                  <a:lnTo>
                    <a:pt x="4091558" y="939800"/>
                  </a:lnTo>
                  <a:lnTo>
                    <a:pt x="4104385" y="965200"/>
                  </a:lnTo>
                  <a:lnTo>
                    <a:pt x="4104131" y="965200"/>
                  </a:lnTo>
                  <a:lnTo>
                    <a:pt x="4116451" y="1003300"/>
                  </a:lnTo>
                  <a:lnTo>
                    <a:pt x="4127880" y="1028700"/>
                  </a:lnTo>
                  <a:lnTo>
                    <a:pt x="4138803" y="1066800"/>
                  </a:lnTo>
                  <a:lnTo>
                    <a:pt x="4148962" y="1092200"/>
                  </a:lnTo>
                  <a:lnTo>
                    <a:pt x="4148708" y="1092200"/>
                  </a:lnTo>
                  <a:lnTo>
                    <a:pt x="4158360" y="1130300"/>
                  </a:lnTo>
                  <a:lnTo>
                    <a:pt x="4167251" y="1155700"/>
                  </a:lnTo>
                  <a:lnTo>
                    <a:pt x="4175379" y="1193800"/>
                  </a:lnTo>
                  <a:lnTo>
                    <a:pt x="4182745" y="1219200"/>
                  </a:lnTo>
                  <a:lnTo>
                    <a:pt x="4182617" y="1219200"/>
                  </a:lnTo>
                  <a:lnTo>
                    <a:pt x="4189476" y="1257300"/>
                  </a:lnTo>
                  <a:lnTo>
                    <a:pt x="4195317" y="1295400"/>
                  </a:lnTo>
                  <a:lnTo>
                    <a:pt x="4200525" y="1320800"/>
                  </a:lnTo>
                  <a:lnTo>
                    <a:pt x="4204970" y="1358900"/>
                  </a:lnTo>
                  <a:lnTo>
                    <a:pt x="4208653" y="1397000"/>
                  </a:lnTo>
                  <a:lnTo>
                    <a:pt x="4211447" y="1422400"/>
                  </a:lnTo>
                  <a:lnTo>
                    <a:pt x="4213479" y="1460500"/>
                  </a:lnTo>
                  <a:lnTo>
                    <a:pt x="4214749" y="1498600"/>
                  </a:lnTo>
                  <a:lnTo>
                    <a:pt x="4215130" y="1524000"/>
                  </a:lnTo>
                  <a:lnTo>
                    <a:pt x="4213606" y="1562100"/>
                  </a:lnTo>
                  <a:lnTo>
                    <a:pt x="4213859" y="1562100"/>
                  </a:lnTo>
                  <a:lnTo>
                    <a:pt x="4209160" y="1587500"/>
                  </a:lnTo>
                  <a:lnTo>
                    <a:pt x="4209541" y="1587500"/>
                  </a:lnTo>
                  <a:lnTo>
                    <a:pt x="4202049" y="1625600"/>
                  </a:lnTo>
                  <a:lnTo>
                    <a:pt x="4202557" y="1625600"/>
                  </a:lnTo>
                  <a:lnTo>
                    <a:pt x="4191888" y="1651000"/>
                  </a:lnTo>
                  <a:lnTo>
                    <a:pt x="4192524" y="1651000"/>
                  </a:lnTo>
                  <a:lnTo>
                    <a:pt x="4179061" y="1689100"/>
                  </a:lnTo>
                  <a:lnTo>
                    <a:pt x="4179697" y="1689100"/>
                  </a:lnTo>
                  <a:lnTo>
                    <a:pt x="4163440" y="1727200"/>
                  </a:lnTo>
                  <a:lnTo>
                    <a:pt x="4164076" y="1727200"/>
                  </a:lnTo>
                  <a:lnTo>
                    <a:pt x="4145026" y="1752600"/>
                  </a:lnTo>
                  <a:lnTo>
                    <a:pt x="4145787" y="1752600"/>
                  </a:lnTo>
                  <a:lnTo>
                    <a:pt x="4123816" y="1790700"/>
                  </a:lnTo>
                  <a:lnTo>
                    <a:pt x="4124452" y="1790700"/>
                  </a:lnTo>
                  <a:lnTo>
                    <a:pt x="4099940" y="1816100"/>
                  </a:lnTo>
                  <a:lnTo>
                    <a:pt x="4100703" y="1816100"/>
                  </a:lnTo>
                  <a:lnTo>
                    <a:pt x="4073398" y="1854200"/>
                  </a:lnTo>
                  <a:lnTo>
                    <a:pt x="4074032" y="1854200"/>
                  </a:lnTo>
                  <a:lnTo>
                    <a:pt x="4044187" y="1879600"/>
                  </a:lnTo>
                  <a:lnTo>
                    <a:pt x="4044823" y="1879600"/>
                  </a:lnTo>
                  <a:lnTo>
                    <a:pt x="4012437" y="1917700"/>
                  </a:lnTo>
                  <a:lnTo>
                    <a:pt x="4013073" y="1917700"/>
                  </a:lnTo>
                  <a:lnTo>
                    <a:pt x="3978021" y="1955800"/>
                  </a:lnTo>
                  <a:lnTo>
                    <a:pt x="3978655" y="1955800"/>
                  </a:lnTo>
                  <a:lnTo>
                    <a:pt x="3941190" y="1981200"/>
                  </a:lnTo>
                  <a:lnTo>
                    <a:pt x="3941826" y="1981200"/>
                  </a:lnTo>
                  <a:lnTo>
                    <a:pt x="3901948" y="2019300"/>
                  </a:lnTo>
                  <a:lnTo>
                    <a:pt x="3902582" y="2019300"/>
                  </a:lnTo>
                  <a:lnTo>
                    <a:pt x="3860291" y="2044700"/>
                  </a:lnTo>
                  <a:lnTo>
                    <a:pt x="3860800" y="2044700"/>
                  </a:lnTo>
                  <a:lnTo>
                    <a:pt x="3816223" y="2082800"/>
                  </a:lnTo>
                  <a:lnTo>
                    <a:pt x="3816730" y="2082800"/>
                  </a:lnTo>
                  <a:lnTo>
                    <a:pt x="3769867" y="2108200"/>
                  </a:lnTo>
                  <a:lnTo>
                    <a:pt x="3770376" y="2108200"/>
                  </a:lnTo>
                  <a:lnTo>
                    <a:pt x="3721227" y="2146300"/>
                  </a:lnTo>
                  <a:lnTo>
                    <a:pt x="3721734" y="2146300"/>
                  </a:lnTo>
                  <a:lnTo>
                    <a:pt x="3670300" y="2171700"/>
                  </a:lnTo>
                  <a:lnTo>
                    <a:pt x="3670807" y="2171700"/>
                  </a:lnTo>
                  <a:lnTo>
                    <a:pt x="3617340" y="2197100"/>
                  </a:lnTo>
                  <a:lnTo>
                    <a:pt x="3617849" y="2197100"/>
                  </a:lnTo>
                  <a:lnTo>
                    <a:pt x="3562350" y="2235200"/>
                  </a:lnTo>
                  <a:lnTo>
                    <a:pt x="3562730" y="2235200"/>
                  </a:lnTo>
                  <a:lnTo>
                    <a:pt x="3505200" y="2260600"/>
                  </a:lnTo>
                  <a:lnTo>
                    <a:pt x="3505580" y="2260600"/>
                  </a:lnTo>
                  <a:lnTo>
                    <a:pt x="3446017" y="2286000"/>
                  </a:lnTo>
                  <a:lnTo>
                    <a:pt x="3446399" y="2286000"/>
                  </a:lnTo>
                  <a:lnTo>
                    <a:pt x="3384930" y="2324100"/>
                  </a:lnTo>
                  <a:lnTo>
                    <a:pt x="3385311" y="2324100"/>
                  </a:lnTo>
                  <a:lnTo>
                    <a:pt x="3321811" y="2349500"/>
                  </a:lnTo>
                  <a:lnTo>
                    <a:pt x="3322192" y="2349500"/>
                  </a:lnTo>
                  <a:lnTo>
                    <a:pt x="3256914" y="2374900"/>
                  </a:lnTo>
                  <a:lnTo>
                    <a:pt x="3257296" y="2374900"/>
                  </a:lnTo>
                  <a:lnTo>
                    <a:pt x="3190366" y="2400300"/>
                  </a:lnTo>
                  <a:lnTo>
                    <a:pt x="3190621" y="2400300"/>
                  </a:lnTo>
                  <a:lnTo>
                    <a:pt x="3121913" y="2438400"/>
                  </a:lnTo>
                  <a:lnTo>
                    <a:pt x="3122167" y="2438400"/>
                  </a:lnTo>
                  <a:lnTo>
                    <a:pt x="3051682" y="2463800"/>
                  </a:lnTo>
                  <a:lnTo>
                    <a:pt x="3052063" y="2463800"/>
                  </a:lnTo>
                  <a:lnTo>
                    <a:pt x="2979928" y="2489200"/>
                  </a:lnTo>
                  <a:lnTo>
                    <a:pt x="2980181" y="2489200"/>
                  </a:lnTo>
                  <a:lnTo>
                    <a:pt x="2906521" y="2514600"/>
                  </a:lnTo>
                  <a:lnTo>
                    <a:pt x="2906776" y="2514600"/>
                  </a:lnTo>
                  <a:lnTo>
                    <a:pt x="2831465" y="2540000"/>
                  </a:lnTo>
                  <a:lnTo>
                    <a:pt x="2831718" y="2540000"/>
                  </a:lnTo>
                  <a:lnTo>
                    <a:pt x="2755010" y="2565400"/>
                  </a:lnTo>
                  <a:lnTo>
                    <a:pt x="2755391" y="2565400"/>
                  </a:lnTo>
                  <a:lnTo>
                    <a:pt x="2597530" y="2616200"/>
                  </a:lnTo>
                  <a:lnTo>
                    <a:pt x="2598039" y="2616200"/>
                  </a:lnTo>
                  <a:lnTo>
                    <a:pt x="2434716" y="2654300"/>
                  </a:lnTo>
                  <a:lnTo>
                    <a:pt x="2435225" y="2654300"/>
                  </a:lnTo>
                  <a:lnTo>
                    <a:pt x="2266950" y="2705100"/>
                  </a:lnTo>
                  <a:lnTo>
                    <a:pt x="2447290" y="2705100"/>
                  </a:lnTo>
                  <a:lnTo>
                    <a:pt x="2611119" y="2654300"/>
                  </a:lnTo>
                  <a:lnTo>
                    <a:pt x="2846578" y="2578100"/>
                  </a:lnTo>
                  <a:lnTo>
                    <a:pt x="2996183" y="2527300"/>
                  </a:lnTo>
                  <a:lnTo>
                    <a:pt x="3139439" y="2476500"/>
                  </a:lnTo>
                  <a:lnTo>
                    <a:pt x="3275837" y="2425700"/>
                  </a:lnTo>
                  <a:lnTo>
                    <a:pt x="3341370" y="2387600"/>
                  </a:lnTo>
                  <a:lnTo>
                    <a:pt x="3405251" y="2362200"/>
                  </a:lnTo>
                  <a:lnTo>
                    <a:pt x="3467100" y="2336800"/>
                  </a:lnTo>
                  <a:lnTo>
                    <a:pt x="3527044" y="2298700"/>
                  </a:lnTo>
                  <a:lnTo>
                    <a:pt x="3584955" y="2273300"/>
                  </a:lnTo>
                  <a:lnTo>
                    <a:pt x="3640962" y="2247900"/>
                  </a:lnTo>
                  <a:lnTo>
                    <a:pt x="3694810" y="2209800"/>
                  </a:lnTo>
                  <a:lnTo>
                    <a:pt x="3746627" y="2184400"/>
                  </a:lnTo>
                  <a:lnTo>
                    <a:pt x="3796283" y="2146300"/>
                  </a:lnTo>
                  <a:lnTo>
                    <a:pt x="3843654" y="2120900"/>
                  </a:lnTo>
                  <a:lnTo>
                    <a:pt x="3888866" y="2082800"/>
                  </a:lnTo>
                  <a:lnTo>
                    <a:pt x="3931792" y="2057400"/>
                  </a:lnTo>
                  <a:lnTo>
                    <a:pt x="3972305" y="2019300"/>
                  </a:lnTo>
                  <a:lnTo>
                    <a:pt x="4010405" y="1981200"/>
                  </a:lnTo>
                  <a:lnTo>
                    <a:pt x="4046092" y="1955800"/>
                  </a:lnTo>
                  <a:lnTo>
                    <a:pt x="4079239" y="1917700"/>
                  </a:lnTo>
                  <a:lnTo>
                    <a:pt x="4109974" y="1879600"/>
                  </a:lnTo>
                  <a:lnTo>
                    <a:pt x="4138040" y="1854200"/>
                  </a:lnTo>
                  <a:lnTo>
                    <a:pt x="4163313" y="1816100"/>
                  </a:lnTo>
                  <a:lnTo>
                    <a:pt x="4186047" y="1778000"/>
                  </a:lnTo>
                  <a:lnTo>
                    <a:pt x="4205985" y="1739900"/>
                  </a:lnTo>
                  <a:lnTo>
                    <a:pt x="4223004" y="1701800"/>
                  </a:lnTo>
                  <a:lnTo>
                    <a:pt x="4237101" y="1676400"/>
                  </a:lnTo>
                  <a:lnTo>
                    <a:pt x="4248277" y="1638300"/>
                  </a:lnTo>
                  <a:lnTo>
                    <a:pt x="4256278" y="1600200"/>
                  </a:lnTo>
                  <a:lnTo>
                    <a:pt x="4261231" y="1562100"/>
                  </a:lnTo>
                  <a:lnTo>
                    <a:pt x="4262755" y="1524000"/>
                  </a:lnTo>
                  <a:lnTo>
                    <a:pt x="4262374" y="1485900"/>
                  </a:lnTo>
                  <a:lnTo>
                    <a:pt x="4261104" y="1460500"/>
                  </a:lnTo>
                  <a:lnTo>
                    <a:pt x="4258945" y="1422400"/>
                  </a:lnTo>
                  <a:lnTo>
                    <a:pt x="4256024" y="1384300"/>
                  </a:lnTo>
                  <a:lnTo>
                    <a:pt x="4252213" y="1358900"/>
                  </a:lnTo>
                  <a:lnTo>
                    <a:pt x="4247641" y="1320800"/>
                  </a:lnTo>
                  <a:lnTo>
                    <a:pt x="4242308" y="1282700"/>
                  </a:lnTo>
                  <a:lnTo>
                    <a:pt x="4236211" y="1244600"/>
                  </a:lnTo>
                  <a:lnTo>
                    <a:pt x="4229354" y="1219200"/>
                  </a:lnTo>
                  <a:lnTo>
                    <a:pt x="4221607" y="1181100"/>
                  </a:lnTo>
                  <a:lnTo>
                    <a:pt x="4213225" y="1143000"/>
                  </a:lnTo>
                  <a:lnTo>
                    <a:pt x="4204208" y="1117600"/>
                  </a:lnTo>
                  <a:lnTo>
                    <a:pt x="4194429" y="1079500"/>
                  </a:lnTo>
                  <a:lnTo>
                    <a:pt x="4184014" y="1041400"/>
                  </a:lnTo>
                  <a:lnTo>
                    <a:pt x="4172838" y="1016000"/>
                  </a:lnTo>
                  <a:lnTo>
                    <a:pt x="4161028" y="977900"/>
                  </a:lnTo>
                  <a:lnTo>
                    <a:pt x="4148581" y="952500"/>
                  </a:lnTo>
                  <a:lnTo>
                    <a:pt x="4135374" y="914400"/>
                  </a:lnTo>
                  <a:lnTo>
                    <a:pt x="4121657" y="889000"/>
                  </a:lnTo>
                  <a:lnTo>
                    <a:pt x="4107433" y="850900"/>
                  </a:lnTo>
                  <a:lnTo>
                    <a:pt x="4092448" y="825500"/>
                  </a:lnTo>
                  <a:lnTo>
                    <a:pt x="4076954" y="787400"/>
                  </a:lnTo>
                  <a:lnTo>
                    <a:pt x="4044314" y="723900"/>
                  </a:lnTo>
                  <a:lnTo>
                    <a:pt x="4009389" y="673100"/>
                  </a:lnTo>
                  <a:lnTo>
                    <a:pt x="3972432" y="609600"/>
                  </a:lnTo>
                  <a:lnTo>
                    <a:pt x="3933571" y="558800"/>
                  </a:lnTo>
                  <a:lnTo>
                    <a:pt x="3892804" y="508000"/>
                  </a:lnTo>
                  <a:lnTo>
                    <a:pt x="3850385" y="457200"/>
                  </a:lnTo>
                  <a:lnTo>
                    <a:pt x="3806189" y="406400"/>
                  </a:lnTo>
                  <a:lnTo>
                    <a:pt x="3760470" y="355600"/>
                  </a:lnTo>
                  <a:lnTo>
                    <a:pt x="3713353" y="317500"/>
                  </a:lnTo>
                  <a:lnTo>
                    <a:pt x="3689223" y="292100"/>
                  </a:lnTo>
                  <a:lnTo>
                    <a:pt x="3664711" y="279400"/>
                  </a:lnTo>
                  <a:lnTo>
                    <a:pt x="3652392" y="266700"/>
                  </a:lnTo>
                  <a:close/>
                </a:path>
                <a:path w="4262755" h="3009900">
                  <a:moveTo>
                    <a:pt x="3239770" y="50800"/>
                  </a:moveTo>
                  <a:lnTo>
                    <a:pt x="3215978" y="50800"/>
                  </a:lnTo>
                  <a:lnTo>
                    <a:pt x="3211237" y="101600"/>
                  </a:lnTo>
                  <a:lnTo>
                    <a:pt x="3229482" y="101600"/>
                  </a:lnTo>
                  <a:lnTo>
                    <a:pt x="3256533" y="114300"/>
                  </a:lnTo>
                  <a:lnTo>
                    <a:pt x="3282060" y="114300"/>
                  </a:lnTo>
                  <a:lnTo>
                    <a:pt x="3308984" y="127000"/>
                  </a:lnTo>
                  <a:lnTo>
                    <a:pt x="3308223" y="127000"/>
                  </a:lnTo>
                  <a:lnTo>
                    <a:pt x="3334892" y="139700"/>
                  </a:lnTo>
                  <a:lnTo>
                    <a:pt x="3360165" y="139700"/>
                  </a:lnTo>
                  <a:lnTo>
                    <a:pt x="3386708" y="152400"/>
                  </a:lnTo>
                  <a:lnTo>
                    <a:pt x="3386074" y="152400"/>
                  </a:lnTo>
                  <a:lnTo>
                    <a:pt x="3412362" y="165100"/>
                  </a:lnTo>
                  <a:lnTo>
                    <a:pt x="3411728" y="165100"/>
                  </a:lnTo>
                  <a:lnTo>
                    <a:pt x="3437889" y="177800"/>
                  </a:lnTo>
                  <a:lnTo>
                    <a:pt x="3437254" y="177800"/>
                  </a:lnTo>
                  <a:lnTo>
                    <a:pt x="3463162" y="190500"/>
                  </a:lnTo>
                  <a:lnTo>
                    <a:pt x="3462654" y="190500"/>
                  </a:lnTo>
                  <a:lnTo>
                    <a:pt x="3488562" y="203200"/>
                  </a:lnTo>
                  <a:lnTo>
                    <a:pt x="3487928" y="203200"/>
                  </a:lnTo>
                  <a:lnTo>
                    <a:pt x="3513454" y="228600"/>
                  </a:lnTo>
                  <a:lnTo>
                    <a:pt x="3512820" y="228600"/>
                  </a:lnTo>
                  <a:lnTo>
                    <a:pt x="3538220" y="241300"/>
                  </a:lnTo>
                  <a:lnTo>
                    <a:pt x="3537711" y="241300"/>
                  </a:lnTo>
                  <a:lnTo>
                    <a:pt x="3562730" y="254000"/>
                  </a:lnTo>
                  <a:lnTo>
                    <a:pt x="3562350" y="254000"/>
                  </a:lnTo>
                  <a:lnTo>
                    <a:pt x="3587114" y="279400"/>
                  </a:lnTo>
                  <a:lnTo>
                    <a:pt x="3586733" y="266700"/>
                  </a:lnTo>
                  <a:lnTo>
                    <a:pt x="3652392" y="266700"/>
                  </a:lnTo>
                  <a:lnTo>
                    <a:pt x="3640074" y="254000"/>
                  </a:lnTo>
                  <a:lnTo>
                    <a:pt x="3615054" y="228600"/>
                  </a:lnTo>
                  <a:lnTo>
                    <a:pt x="3564128" y="203200"/>
                  </a:lnTo>
                  <a:lnTo>
                    <a:pt x="3538347" y="177800"/>
                  </a:lnTo>
                  <a:lnTo>
                    <a:pt x="3405631" y="114300"/>
                  </a:lnTo>
                  <a:lnTo>
                    <a:pt x="3323589" y="76200"/>
                  </a:lnTo>
                  <a:lnTo>
                    <a:pt x="3296030" y="76200"/>
                  </a:lnTo>
                  <a:lnTo>
                    <a:pt x="3268217" y="63500"/>
                  </a:lnTo>
                  <a:lnTo>
                    <a:pt x="3239770" y="50800"/>
                  </a:lnTo>
                  <a:close/>
                </a:path>
                <a:path w="4262755" h="3009900">
                  <a:moveTo>
                    <a:pt x="3220720" y="0"/>
                  </a:moveTo>
                  <a:lnTo>
                    <a:pt x="3071367" y="63500"/>
                  </a:lnTo>
                  <a:lnTo>
                    <a:pt x="3206496" y="152400"/>
                  </a:lnTo>
                  <a:lnTo>
                    <a:pt x="3211237" y="101600"/>
                  </a:lnTo>
                  <a:lnTo>
                    <a:pt x="3186303" y="101600"/>
                  </a:lnTo>
                  <a:lnTo>
                    <a:pt x="3193414" y="50800"/>
                  </a:lnTo>
                  <a:lnTo>
                    <a:pt x="3215978" y="50800"/>
                  </a:lnTo>
                  <a:lnTo>
                    <a:pt x="3220720" y="0"/>
                  </a:lnTo>
                  <a:close/>
                </a:path>
                <a:path w="4262755" h="3009900">
                  <a:moveTo>
                    <a:pt x="3215978" y="50800"/>
                  </a:moveTo>
                  <a:lnTo>
                    <a:pt x="3193414" y="50800"/>
                  </a:lnTo>
                  <a:lnTo>
                    <a:pt x="3186303" y="101600"/>
                  </a:lnTo>
                  <a:lnTo>
                    <a:pt x="3211237" y="101600"/>
                  </a:lnTo>
                  <a:lnTo>
                    <a:pt x="3215978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70"/>
            </a:p>
          </p:txBody>
        </p:sp>
        <p:sp>
          <p:nvSpPr>
            <p:cNvPr id="8" name="object 8"/>
            <p:cNvSpPr/>
            <p:nvPr/>
          </p:nvSpPr>
          <p:spPr>
            <a:xfrm>
              <a:off x="4935474" y="1986533"/>
              <a:ext cx="1533525" cy="1539240"/>
            </a:xfrm>
            <a:custGeom>
              <a:avLst/>
              <a:gdLst/>
              <a:ahLst/>
              <a:cxnLst/>
              <a:rect l="l" t="t" r="r" b="b"/>
              <a:pathLst>
                <a:path w="1533525" h="1539239">
                  <a:moveTo>
                    <a:pt x="0" y="0"/>
                  </a:moveTo>
                  <a:lnTo>
                    <a:pt x="73834" y="584"/>
                  </a:lnTo>
                  <a:lnTo>
                    <a:pt x="145680" y="2301"/>
                  </a:lnTo>
                  <a:lnTo>
                    <a:pt x="215219" y="5099"/>
                  </a:lnTo>
                  <a:lnTo>
                    <a:pt x="282127" y="8922"/>
                  </a:lnTo>
                  <a:lnTo>
                    <a:pt x="346085" y="13719"/>
                  </a:lnTo>
                  <a:lnTo>
                    <a:pt x="406772" y="19436"/>
                  </a:lnTo>
                  <a:lnTo>
                    <a:pt x="463865" y="26019"/>
                  </a:lnTo>
                  <a:lnTo>
                    <a:pt x="517045" y="33415"/>
                  </a:lnTo>
                  <a:lnTo>
                    <a:pt x="565990" y="41570"/>
                  </a:lnTo>
                  <a:lnTo>
                    <a:pt x="610380" y="50432"/>
                  </a:lnTo>
                  <a:lnTo>
                    <a:pt x="649892" y="59947"/>
                  </a:lnTo>
                  <a:lnTo>
                    <a:pt x="713002" y="80723"/>
                  </a:lnTo>
                  <a:lnTo>
                    <a:pt x="752751" y="103470"/>
                  </a:lnTo>
                  <a:lnTo>
                    <a:pt x="766572" y="127762"/>
                  </a:lnTo>
                  <a:lnTo>
                    <a:pt x="766572" y="641857"/>
                  </a:lnTo>
                  <a:lnTo>
                    <a:pt x="770080" y="654170"/>
                  </a:lnTo>
                  <a:lnTo>
                    <a:pt x="820141" y="688896"/>
                  </a:lnTo>
                  <a:lnTo>
                    <a:pt x="883251" y="709672"/>
                  </a:lnTo>
                  <a:lnTo>
                    <a:pt x="922763" y="719187"/>
                  </a:lnTo>
                  <a:lnTo>
                    <a:pt x="967153" y="728049"/>
                  </a:lnTo>
                  <a:lnTo>
                    <a:pt x="1016098" y="736204"/>
                  </a:lnTo>
                  <a:lnTo>
                    <a:pt x="1069278" y="743600"/>
                  </a:lnTo>
                  <a:lnTo>
                    <a:pt x="1126371" y="750183"/>
                  </a:lnTo>
                  <a:lnTo>
                    <a:pt x="1187058" y="755900"/>
                  </a:lnTo>
                  <a:lnTo>
                    <a:pt x="1251016" y="760697"/>
                  </a:lnTo>
                  <a:lnTo>
                    <a:pt x="1317924" y="764520"/>
                  </a:lnTo>
                  <a:lnTo>
                    <a:pt x="1387463" y="767318"/>
                  </a:lnTo>
                  <a:lnTo>
                    <a:pt x="1459309" y="769035"/>
                  </a:lnTo>
                  <a:lnTo>
                    <a:pt x="1533143" y="769619"/>
                  </a:lnTo>
                  <a:lnTo>
                    <a:pt x="1459309" y="770204"/>
                  </a:lnTo>
                  <a:lnTo>
                    <a:pt x="1387463" y="771921"/>
                  </a:lnTo>
                  <a:lnTo>
                    <a:pt x="1317924" y="774719"/>
                  </a:lnTo>
                  <a:lnTo>
                    <a:pt x="1251016" y="778542"/>
                  </a:lnTo>
                  <a:lnTo>
                    <a:pt x="1187058" y="783339"/>
                  </a:lnTo>
                  <a:lnTo>
                    <a:pt x="1126371" y="789056"/>
                  </a:lnTo>
                  <a:lnTo>
                    <a:pt x="1069278" y="795639"/>
                  </a:lnTo>
                  <a:lnTo>
                    <a:pt x="1016098" y="803035"/>
                  </a:lnTo>
                  <a:lnTo>
                    <a:pt x="967153" y="811190"/>
                  </a:lnTo>
                  <a:lnTo>
                    <a:pt x="922763" y="820052"/>
                  </a:lnTo>
                  <a:lnTo>
                    <a:pt x="883251" y="829567"/>
                  </a:lnTo>
                  <a:lnTo>
                    <a:pt x="820141" y="850343"/>
                  </a:lnTo>
                  <a:lnTo>
                    <a:pt x="780392" y="873090"/>
                  </a:lnTo>
                  <a:lnTo>
                    <a:pt x="766572" y="897381"/>
                  </a:lnTo>
                  <a:lnTo>
                    <a:pt x="766572" y="1411477"/>
                  </a:lnTo>
                  <a:lnTo>
                    <a:pt x="763063" y="1423790"/>
                  </a:lnTo>
                  <a:lnTo>
                    <a:pt x="713002" y="1458516"/>
                  </a:lnTo>
                  <a:lnTo>
                    <a:pt x="649892" y="1479292"/>
                  </a:lnTo>
                  <a:lnTo>
                    <a:pt x="610380" y="1488807"/>
                  </a:lnTo>
                  <a:lnTo>
                    <a:pt x="565990" y="1497669"/>
                  </a:lnTo>
                  <a:lnTo>
                    <a:pt x="517045" y="1505824"/>
                  </a:lnTo>
                  <a:lnTo>
                    <a:pt x="463865" y="1513220"/>
                  </a:lnTo>
                  <a:lnTo>
                    <a:pt x="406772" y="1519803"/>
                  </a:lnTo>
                  <a:lnTo>
                    <a:pt x="346085" y="1525520"/>
                  </a:lnTo>
                  <a:lnTo>
                    <a:pt x="282127" y="1530317"/>
                  </a:lnTo>
                  <a:lnTo>
                    <a:pt x="215219" y="1534140"/>
                  </a:lnTo>
                  <a:lnTo>
                    <a:pt x="145680" y="1536938"/>
                  </a:lnTo>
                  <a:lnTo>
                    <a:pt x="73834" y="1538655"/>
                  </a:lnTo>
                  <a:lnTo>
                    <a:pt x="0" y="1539239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07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pic>
        <p:nvPicPr>
          <p:cNvPr id="2053" name="Picture 5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191" y="972022"/>
            <a:ext cx="12025336" cy="72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309316" y="6516638"/>
            <a:ext cx="2099799" cy="2905267"/>
          </a:xfrm>
          <a:prstGeom prst="rect">
            <a:avLst/>
          </a:prstGeom>
        </p:spPr>
        <p:txBody>
          <a:bodyPr vert="horz" wrap="square" lIns="0" tIns="85075" rIns="0" bIns="0" rtlCol="0">
            <a:spAutoFit/>
          </a:bodyPr>
          <a:lstStyle/>
          <a:p>
            <a:pPr marL="19050">
              <a:spcBef>
                <a:spcPts val="670"/>
              </a:spcBef>
            </a:pPr>
            <a:r>
              <a:rPr sz="4265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19050" marR="7620">
              <a:lnSpc>
                <a:spcPct val="110000"/>
              </a:lnSpc>
              <a:spcBef>
                <a:spcPts val="25"/>
              </a:spcBef>
            </a:pPr>
            <a:r>
              <a:rPr sz="426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disp</a:t>
            </a:r>
            <a:r>
              <a:rPr sz="4265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4265" b="1" spc="-84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426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y(</a:t>
            </a:r>
            <a:r>
              <a:rPr sz="426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426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;  </a:t>
            </a:r>
            <a:r>
              <a:rPr sz="4265" b="1" spc="-2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return</a:t>
            </a:r>
            <a:r>
              <a:rPr sz="4265" b="1" spc="-1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265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0;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495"/>
              </a:spcBef>
            </a:pPr>
            <a:r>
              <a:rPr sz="4265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426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466" y="1322646"/>
            <a:ext cx="12515649" cy="5508932"/>
          </a:xfrm>
          <a:prstGeom prst="rect">
            <a:avLst/>
          </a:prstGeom>
        </p:spPr>
        <p:txBody>
          <a:bodyPr vert="horz" wrap="square" lIns="0" tIns="149848" rIns="0" bIns="0" rtlCol="0">
            <a:spAutoFit/>
          </a:bodyPr>
          <a:lstStyle/>
          <a:p>
            <a:pPr marL="492125">
              <a:spcBef>
                <a:spcPts val="1180"/>
              </a:spcBef>
            </a:pPr>
            <a:r>
              <a:rPr sz="4265" b="1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4265" b="1" spc="-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>
              <a:spcBef>
                <a:spcPts val="1030"/>
              </a:spcBef>
            </a:pPr>
            <a:r>
              <a:rPr sz="4265" b="1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marR="7125335">
              <a:lnSpc>
                <a:spcPct val="120000"/>
              </a:lnSpc>
            </a:pPr>
            <a:r>
              <a:rPr sz="4265" b="1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printf(“</a:t>
            </a:r>
            <a:r>
              <a:rPr sz="4265" b="1" spc="-15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sz="4265" b="1" spc="-3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World); </a:t>
            </a:r>
            <a:r>
              <a:rPr sz="4265" b="1" spc="-23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265" b="1" spc="46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>
              <a:lnSpc>
                <a:spcPts val="4720"/>
              </a:lnSpc>
              <a:spcBef>
                <a:spcPts val="1030"/>
              </a:spcBef>
            </a:pPr>
            <a:r>
              <a:rPr sz="4265" b="1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11830">
              <a:lnSpc>
                <a:spcPts val="4535"/>
              </a:lnSpc>
            </a:pPr>
            <a:r>
              <a:rPr sz="4265" u="heavy" spc="-53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Program</a:t>
            </a:r>
            <a:r>
              <a:rPr sz="4265" u="heavy" spc="-137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265" u="heavy" spc="-30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to</a:t>
            </a:r>
            <a:r>
              <a:rPr sz="4265" u="heavy" spc="-61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265" u="heavy" spc="-30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print</a:t>
            </a:r>
            <a:r>
              <a:rPr sz="4265" u="heavy" spc="-99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265" u="heavy" spc="-38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your</a:t>
            </a:r>
            <a:r>
              <a:rPr sz="4265" u="heavy" spc="-76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265" u="heavy" spc="-30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name</a:t>
            </a:r>
            <a:r>
              <a:rPr sz="4265" u="heavy" spc="-122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265" u="heavy" spc="-15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with</a:t>
            </a:r>
            <a:r>
              <a:rPr sz="4265" u="heavy" spc="-99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265" u="heavy" spc="-30" dirty="0">
                <a:uFill>
                  <a:solidFill>
                    <a:srgbClr val="000000"/>
                  </a:solidFill>
                </a:uFill>
                <a:latin typeface="Calibri Light" panose="020F0302020204030204"/>
                <a:cs typeface="Calibri Light" panose="020F0302020204030204"/>
              </a:rPr>
              <a:t>functions</a:t>
            </a:r>
            <a:endParaRPr sz="4265" dirty="0">
              <a:latin typeface="Calibri Light" panose="020F0302020204030204"/>
              <a:cs typeface="Calibri Light" panose="020F0302020204030204"/>
            </a:endParaRPr>
          </a:p>
          <a:p>
            <a:pPr marL="10302240">
              <a:lnSpc>
                <a:spcPts val="4055"/>
              </a:lnSpc>
            </a:pPr>
            <a:r>
              <a:rPr sz="4265" b="1" spc="-2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4265" b="1" spc="-91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265" b="1" spc="-1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main()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19050">
              <a:lnSpc>
                <a:spcPts val="3875"/>
              </a:lnSpc>
            </a:pP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//</a:t>
            </a:r>
            <a:r>
              <a:rPr sz="3960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Write</a:t>
            </a:r>
            <a:r>
              <a:rPr sz="3960" b="1" spc="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function</a:t>
            </a:r>
            <a:r>
              <a:rPr sz="3960" b="1" spc="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396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display</a:t>
            </a:r>
            <a:r>
              <a:rPr sz="3960" b="1" spc="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Hello</a:t>
            </a:r>
            <a:r>
              <a:rPr sz="396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World</a:t>
            </a:r>
            <a:endParaRPr sz="396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28319" y="251942"/>
            <a:ext cx="11340432" cy="674561"/>
          </a:xfrm>
          <a:prstGeom prst="rect">
            <a:avLst/>
          </a:prstGeom>
        </p:spPr>
        <p:txBody>
          <a:bodyPr vert="horz" wrap="square" lIns="0" tIns="18368" rIns="0" bIns="0" rtlCol="0" anchor="ctr">
            <a:spAutoFit/>
          </a:bodyPr>
          <a:lstStyle/>
          <a:p>
            <a:pPr marL="19050">
              <a:spcBef>
                <a:spcPts val="145"/>
              </a:spcBef>
            </a:pPr>
            <a:r>
              <a:rPr sz="4265" u="heavy" spc="-53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Program</a:t>
            </a:r>
            <a:r>
              <a:rPr sz="4265" u="heavy" spc="-12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265" u="heavy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to</a:t>
            </a:r>
            <a:r>
              <a:rPr sz="4265" u="heavy" spc="-53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265" u="heavy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print</a:t>
            </a:r>
            <a:r>
              <a:rPr sz="4265" u="heavy" spc="-9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265" u="heavy" spc="-38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your</a:t>
            </a:r>
            <a:r>
              <a:rPr sz="4265" u="heavy" spc="-7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265" u="heavy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name</a:t>
            </a:r>
            <a:r>
              <a:rPr sz="4265" u="heavy" spc="-107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265" u="heavy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without</a:t>
            </a:r>
            <a:r>
              <a:rPr sz="4265" u="heavy" spc="-9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4265" u="heavy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functions</a:t>
            </a:r>
            <a:endParaRPr sz="4265" dirty="0"/>
          </a:p>
        </p:txBody>
      </p:sp>
      <p:sp>
        <p:nvSpPr>
          <p:cNvPr id="6" name="object 6"/>
          <p:cNvSpPr txBox="1"/>
          <p:nvPr/>
        </p:nvSpPr>
        <p:spPr>
          <a:xfrm>
            <a:off x="999927" y="7092702"/>
            <a:ext cx="4582433" cy="2761625"/>
          </a:xfrm>
          <a:prstGeom prst="rect">
            <a:avLst/>
          </a:prstGeom>
        </p:spPr>
        <p:txBody>
          <a:bodyPr vert="horz" wrap="square" lIns="0" tIns="92809" rIns="0" bIns="0" rtlCol="0">
            <a:spAutoFit/>
          </a:bodyPr>
          <a:lstStyle/>
          <a:p>
            <a:pPr marL="19050">
              <a:spcBef>
                <a:spcPts val="730"/>
              </a:spcBef>
            </a:pP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void</a:t>
            </a:r>
            <a:r>
              <a:rPr sz="3960" b="1" spc="-7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display()</a:t>
            </a:r>
            <a:endParaRPr sz="3960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585"/>
              </a:spcBef>
            </a:pP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960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570"/>
              </a:spcBef>
            </a:pP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printf(“Hello</a:t>
            </a:r>
            <a:r>
              <a:rPr sz="3960" b="1" spc="-6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World”);</a:t>
            </a:r>
            <a:endParaRPr sz="3960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565"/>
              </a:spcBef>
            </a:pP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96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9126" y="1245100"/>
            <a:ext cx="12260426" cy="105142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6700" spc="-46" dirty="0">
                <a:solidFill>
                  <a:srgbClr val="600A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sz="6700" dirty="0">
                <a:solidFill>
                  <a:srgbClr val="600A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aspects </a:t>
            </a:r>
            <a:r>
              <a:rPr sz="6700" spc="-8" dirty="0">
                <a:solidFill>
                  <a:srgbClr val="600A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function</a:t>
            </a:r>
            <a:r>
              <a:rPr sz="6700" spc="8" dirty="0">
                <a:solidFill>
                  <a:srgbClr val="600A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700" spc="-15" dirty="0">
                <a:solidFill>
                  <a:srgbClr val="600A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calling</a:t>
            </a:r>
            <a:endParaRPr sz="6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06" y="2730511"/>
            <a:ext cx="15767825" cy="5194792"/>
          </a:xfrm>
          <a:prstGeom prst="rect">
            <a:avLst/>
          </a:prstGeom>
        </p:spPr>
        <p:txBody>
          <a:bodyPr vert="horz" wrap="square" lIns="0" tIns="92809" rIns="0" bIns="0" rtlCol="0">
            <a:spAutoFit/>
          </a:bodyPr>
          <a:lstStyle/>
          <a:p>
            <a:pPr marL="19050" marR="7620">
              <a:lnSpc>
                <a:spcPts val="4600"/>
              </a:lnSpc>
              <a:spcBef>
                <a:spcPts val="730"/>
              </a:spcBef>
              <a:tabLst>
                <a:tab pos="531495" algn="l"/>
                <a:tab pos="2571115" algn="l"/>
                <a:tab pos="3696970" algn="l"/>
                <a:tab pos="4372610" algn="l"/>
                <a:tab pos="5497830" algn="l"/>
                <a:tab pos="6446520" algn="l"/>
                <a:tab pos="8099425" algn="l"/>
                <a:tab pos="9077960" algn="l"/>
                <a:tab pos="11556365" algn="l"/>
                <a:tab pos="12073890" algn="l"/>
                <a:tab pos="13199110" algn="l"/>
                <a:tab pos="13872210" algn="l"/>
                <a:tab pos="14998700" algn="l"/>
              </a:tabLst>
            </a:pP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	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4265" spc="-7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4265" spc="-7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265" spc="-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-84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-69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gume</a:t>
            </a:r>
            <a:r>
              <a:rPr sz="4265" spc="-5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4265" spc="-7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4265" spc="-7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 </a:t>
            </a:r>
            <a:r>
              <a:rPr sz="4265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265" spc="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value.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965"/>
              </a:spcBef>
            </a:pP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4265" spc="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4265" spc="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4265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facts,</a:t>
            </a:r>
            <a:r>
              <a:rPr sz="4265" spc="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4265" spc="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sz="4265" spc="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4265" spc="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aspects</a:t>
            </a:r>
            <a:r>
              <a:rPr sz="4265" spc="5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265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265" spc="5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calls.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spcBef>
                <a:spcPts val="1005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b="1" spc="-8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265" b="1" spc="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4265" b="1" spc="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r>
              <a:rPr sz="4265" b="1" spc="46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265" b="1" spc="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4265" b="1" spc="38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265" b="1" spc="5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spcBef>
                <a:spcPts val="1005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b="1" spc="-8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265" b="1" spc="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4265" b="1" spc="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r>
              <a:rPr sz="4265" b="1" spc="38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265" b="1" spc="30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4265" b="1" spc="30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265" b="1" spc="46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spcBef>
                <a:spcPts val="1030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b="1" spc="-8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265" b="1" spc="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4265" b="1" spc="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r>
              <a:rPr sz="4265" b="1" spc="46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265" b="1" spc="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4265" b="1" spc="30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265" b="1" spc="46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spcBef>
                <a:spcPts val="1005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b="1" spc="-8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265" b="1" spc="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4265" b="1" spc="8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r>
              <a:rPr sz="4265" b="1" spc="46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265" b="1" spc="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4265" b="1" spc="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23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265" b="1" spc="69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D760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4023" y="683990"/>
            <a:ext cx="15625736" cy="1396518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u="heavy"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Example-1</a:t>
            </a:r>
            <a:r>
              <a:rPr u="heavy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u="heavy" spc="-46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for</a:t>
            </a:r>
            <a:r>
              <a:rPr u="heavy"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Function</a:t>
            </a:r>
            <a:r>
              <a:rPr u="heavy" spc="3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u="heavy"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without</a:t>
            </a:r>
            <a:r>
              <a:rPr u="heavy" spc="23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u="heavy"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argument</a:t>
            </a:r>
            <a:r>
              <a:rPr u="heavy" spc="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u="heavy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and</a:t>
            </a:r>
            <a:r>
              <a:rPr u="heavy" spc="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lang="en-IN" u="heavy" spc="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with out </a:t>
            </a:r>
            <a:r>
              <a:rPr u="heavy"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return</a:t>
            </a:r>
            <a:r>
              <a:rPr u="heavy"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u="heavy"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value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00327" y="2628206"/>
            <a:ext cx="8708557" cy="7718604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19050" marR="7620">
              <a:lnSpc>
                <a:spcPct val="112000"/>
              </a:lnSpc>
              <a:spcBef>
                <a:spcPts val="145"/>
              </a:spcBef>
            </a:pPr>
            <a:r>
              <a:rPr sz="396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sz="3960" b="1" spc="-30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spc="-3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sz="3960" b="1" spc="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960" b="1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3960" b="1" spc="46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960" b="1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3960" b="1" spc="46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sz="3960" b="1"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spc="-30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</a:t>
            </a:r>
            <a:r>
              <a:rPr sz="3960" b="1" spc="-86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sz="3960" b="1" spc="-3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display()</a:t>
            </a:r>
            <a:endParaRPr sz="3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585"/>
              </a:spcBef>
            </a:pPr>
            <a:r>
              <a:rPr sz="3960" b="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3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570"/>
              </a:spcBef>
            </a:pPr>
            <a:r>
              <a:rPr sz="396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printf(“Hello</a:t>
            </a:r>
            <a:r>
              <a:rPr sz="3960" b="1" spc="-30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b="1"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World”);</a:t>
            </a:r>
            <a:endParaRPr sz="3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565"/>
              </a:spcBef>
            </a:pPr>
            <a:r>
              <a:rPr sz="3960" b="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3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545">
              <a:spcBef>
                <a:spcPts val="90"/>
              </a:spcBef>
            </a:pPr>
            <a:r>
              <a:rPr sz="4265" b="1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4265" b="1" spc="-4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545">
              <a:spcBef>
                <a:spcPts val="495"/>
              </a:spcBef>
            </a:pPr>
            <a:r>
              <a:rPr sz="4265" b="1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545" marR="6592570">
              <a:lnSpc>
                <a:spcPct val="110000"/>
              </a:lnSpc>
              <a:spcBef>
                <a:spcPts val="25"/>
              </a:spcBef>
            </a:pPr>
            <a:r>
              <a:rPr sz="4265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</a:t>
            </a:r>
            <a:r>
              <a:rPr sz="4265" b="1" spc="-30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4265" b="1" spc="-84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y(</a:t>
            </a:r>
            <a:r>
              <a:rPr sz="4265" b="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4265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sz="4265" b="1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265" b="1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b="1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545">
              <a:spcBef>
                <a:spcPts val="495"/>
              </a:spcBef>
            </a:pPr>
            <a:r>
              <a:rPr sz="4265" b="1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8039" y="960526"/>
            <a:ext cx="14877440" cy="1520013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Example-2</a:t>
            </a:r>
            <a:r>
              <a:rPr u="heavy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pc="-46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for</a:t>
            </a:r>
            <a:r>
              <a:rPr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Function</a:t>
            </a:r>
            <a:r>
              <a:rPr spc="3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without</a:t>
            </a:r>
            <a:r>
              <a:rPr spc="23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argument</a:t>
            </a:r>
            <a:r>
              <a:rPr spc="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u="heavy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and</a:t>
            </a:r>
            <a:r>
              <a:rPr spc="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lang="en-IN" spc="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without </a:t>
            </a:r>
            <a:r>
              <a:rPr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return</a:t>
            </a:r>
            <a:r>
              <a:rPr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value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45500" y="3384862"/>
            <a:ext cx="8259981" cy="581857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// </a:t>
            </a:r>
            <a:r>
              <a:rPr sz="3655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Write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function</a:t>
            </a:r>
            <a:r>
              <a:rPr sz="3655" b="1" spc="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3655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numbers</a:t>
            </a:r>
            <a:endParaRPr sz="365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5500" y="4176396"/>
            <a:ext cx="5622665" cy="4729885"/>
          </a:xfrm>
          <a:prstGeom prst="rect">
            <a:avLst/>
          </a:prstGeom>
        </p:spPr>
        <p:txBody>
          <a:bodyPr vert="horz" wrap="square" lIns="0" tIns="47371" rIns="0" bIns="0" rtlCol="0">
            <a:spAutoFit/>
          </a:bodyPr>
          <a:lstStyle/>
          <a:p>
            <a:pPr marL="19050">
              <a:spcBef>
                <a:spcPts val="375"/>
              </a:spcBef>
            </a:pP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void</a:t>
            </a:r>
            <a:r>
              <a:rPr sz="3655" b="1" spc="-84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sum()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230"/>
              </a:spcBef>
            </a:pP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200"/>
              </a:spcBef>
            </a:pP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655" b="1" spc="-4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a,b,c;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 marR="7620">
              <a:lnSpc>
                <a:spcPts val="4600"/>
              </a:lnSpc>
              <a:spcBef>
                <a:spcPts val="175"/>
              </a:spcBef>
            </a:pPr>
            <a:r>
              <a:rPr sz="3655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printf(“enter</a:t>
            </a:r>
            <a:r>
              <a:rPr sz="3655" b="1" spc="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655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numbers”); </a:t>
            </a:r>
            <a:r>
              <a:rPr sz="3655" b="1" spc="-799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scanf(“%d%d”,&amp;a,&amp;b);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25"/>
              </a:spcBef>
            </a:pP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c=a+b;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200"/>
              </a:spcBef>
            </a:pP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printf(“sum</a:t>
            </a:r>
            <a:r>
              <a:rPr sz="3655" b="1" spc="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655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5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%d”,c);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220"/>
              </a:spcBef>
            </a:pP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65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39985" y="3170558"/>
            <a:ext cx="2233211" cy="3621496"/>
          </a:xfrm>
          <a:prstGeom prst="rect">
            <a:avLst/>
          </a:prstGeom>
        </p:spPr>
        <p:txBody>
          <a:bodyPr vert="horz" wrap="square" lIns="0" tIns="81208" rIns="0" bIns="0" rtlCol="0">
            <a:spAutoFit/>
          </a:bodyPr>
          <a:lstStyle/>
          <a:p>
            <a:pPr marL="19050">
              <a:spcBef>
                <a:spcPts val="640"/>
              </a:spcBef>
            </a:pPr>
            <a:r>
              <a:rPr sz="4265" b="1" spc="-2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4265" b="1" spc="-84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265" b="1" spc="-1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main()</a:t>
            </a:r>
            <a:endParaRPr sz="4265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495"/>
              </a:spcBef>
            </a:pPr>
            <a:r>
              <a:rPr sz="4265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4265">
              <a:latin typeface="Calibri" panose="020F0502020204030204"/>
              <a:cs typeface="Calibri" panose="020F0502020204030204"/>
            </a:endParaRPr>
          </a:p>
          <a:p>
            <a:pPr marL="19050" marR="234950">
              <a:lnSpc>
                <a:spcPct val="110000"/>
              </a:lnSpc>
              <a:spcBef>
                <a:spcPts val="25"/>
              </a:spcBef>
            </a:pPr>
            <a:r>
              <a:rPr sz="426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sum(); </a:t>
            </a:r>
            <a:r>
              <a:rPr sz="426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265" b="1" spc="-2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return</a:t>
            </a:r>
            <a:r>
              <a:rPr sz="4265" b="1" spc="-69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265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0;</a:t>
            </a:r>
            <a:endParaRPr sz="4265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495"/>
              </a:spcBef>
            </a:pPr>
            <a:r>
              <a:rPr sz="4265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42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38545" y="7009598"/>
            <a:ext cx="4803821" cy="2128250"/>
          </a:xfrm>
          <a:prstGeom prst="rect">
            <a:avLst/>
          </a:prstGeom>
        </p:spPr>
        <p:txBody>
          <a:bodyPr vert="horz" wrap="square" lIns="0" tIns="157582" rIns="0" bIns="0" rtlCol="0">
            <a:spAutoFit/>
          </a:bodyPr>
          <a:lstStyle/>
          <a:p>
            <a:pPr marL="19050">
              <a:spcBef>
                <a:spcPts val="1240"/>
              </a:spcBef>
            </a:pPr>
            <a:r>
              <a:rPr sz="3655" b="1" u="heavy" spc="-8" dirty="0">
                <a:solidFill>
                  <a:srgbClr val="D76017"/>
                </a:solidFill>
                <a:uFill>
                  <a:solidFill>
                    <a:srgbClr val="D76017"/>
                  </a:solidFill>
                </a:uFill>
                <a:latin typeface="Calibri" panose="020F0502020204030204"/>
                <a:cs typeface="Calibri" panose="020F0502020204030204"/>
              </a:rPr>
              <a:t>output: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095"/>
              </a:spcBef>
            </a:pPr>
            <a:r>
              <a:rPr sz="3655" spc="-15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enter</a:t>
            </a:r>
            <a:r>
              <a:rPr sz="3655" spc="-46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655" spc="-3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numbers</a:t>
            </a:r>
            <a:r>
              <a:rPr sz="3655" spc="-46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10</a:t>
            </a:r>
            <a:r>
              <a:rPr sz="3655" spc="-3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080"/>
              </a:spcBef>
            </a:pPr>
            <a:r>
              <a:rPr sz="3655" spc="-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sum</a:t>
            </a:r>
            <a:r>
              <a:rPr sz="3655" spc="-69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655" spc="-53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30</a:t>
            </a:r>
            <a:endParaRPr sz="3655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4663" y="900014"/>
            <a:ext cx="3486130" cy="862960"/>
          </a:xfrm>
          <a:prstGeom prst="rect">
            <a:avLst/>
          </a:prstGeom>
        </p:spPr>
        <p:txBody>
          <a:bodyPr vert="horz" wrap="square" lIns="0" tIns="19335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sz="5480" u="heavy" spc="-23" dirty="0">
                <a:solidFill>
                  <a:srgbClr val="FF0000"/>
                </a:solidFill>
                <a:uFill>
                  <a:solidFill>
                    <a:srgbClr val="600A4A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5480" u="heavy" spc="-152" dirty="0">
                <a:solidFill>
                  <a:srgbClr val="FF0000"/>
                </a:solidFill>
                <a:uFill>
                  <a:solidFill>
                    <a:srgbClr val="600A4A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80" u="heavy" spc="-15" dirty="0">
                <a:solidFill>
                  <a:srgbClr val="FF0000"/>
                </a:solidFill>
                <a:uFill>
                  <a:solidFill>
                    <a:srgbClr val="600A4A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548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36032" y="1980134"/>
            <a:ext cx="10513167" cy="7560840"/>
          </a:xfrm>
          <a:prstGeom prst="rect">
            <a:avLst/>
          </a:prstGeom>
        </p:spPr>
        <p:txBody>
          <a:bodyPr vert="horz" wrap="square" lIns="0" tIns="81208" rIns="0" bIns="0" rtlCol="0">
            <a:spAutoFit/>
          </a:bodyPr>
          <a:lstStyle/>
          <a:p>
            <a:pPr marL="367665" indent="-347980">
              <a:spcBef>
                <a:spcPts val="640"/>
              </a:spcBef>
              <a:buFont typeface="Arial MT"/>
              <a:buChar char="•"/>
              <a:tabLst>
                <a:tab pos="367030" algn="l"/>
              </a:tabLst>
            </a:pP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000" spc="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4000" spc="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000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4000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caller(who</a:t>
            </a:r>
            <a:r>
              <a:rPr sz="4000" spc="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calls</a:t>
            </a:r>
            <a:r>
              <a:rPr sz="4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000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function).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7980">
              <a:spcBef>
                <a:spcPts val="495"/>
              </a:spcBef>
              <a:buFont typeface="Arial MT"/>
              <a:buChar char="•"/>
              <a:tabLst>
                <a:tab pos="367030" algn="l"/>
              </a:tabLst>
            </a:pP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4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4000" spc="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4000" spc="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sz="4000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4000" spc="4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“return”</a:t>
            </a:r>
            <a:r>
              <a:rPr sz="4000" spc="5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4000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4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follows:</a:t>
            </a:r>
            <a:endParaRPr lang="en-US" sz="4000" spc="-3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685">
              <a:spcBef>
                <a:spcPts val="495"/>
              </a:spcBef>
              <a:tabLst>
                <a:tab pos="367030" algn="l"/>
              </a:tabLst>
            </a:pP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5"/>
              </a:spcBef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Variable/Expression;</a:t>
            </a:r>
            <a:endParaRPr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7620">
              <a:lnSpc>
                <a:spcPts val="4095"/>
              </a:lnSpc>
              <a:spcBef>
                <a:spcPts val="10"/>
              </a:spcBef>
            </a:pPr>
            <a:r>
              <a:rPr sz="4000" spc="-19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4000" spc="38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000" spc="39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39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value,we</a:t>
            </a:r>
            <a:r>
              <a:rPr sz="4000" spc="387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4000" spc="39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4000" spc="40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</a:t>
            </a:r>
            <a:r>
              <a:rPr sz="4000" spc="39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return_type(type</a:t>
            </a:r>
            <a:r>
              <a:rPr sz="4000" spc="387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spc="39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returned</a:t>
            </a:r>
            <a:r>
              <a:rPr sz="4000" spc="3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value) </a:t>
            </a:r>
            <a:r>
              <a:rPr sz="4000" spc="-93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000" spc="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definition.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540"/>
              </a:spcBef>
            </a:pP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4000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returned</a:t>
            </a:r>
            <a:r>
              <a:rPr sz="4000" spc="4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4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000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sz="4000" spc="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4000" spc="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caller(where </a:t>
            </a:r>
            <a:r>
              <a:rPr sz="4000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000" spc="4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000" spc="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called).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3F54CB-5A01-8924-0D7E-67EA28714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5183" y="1980134"/>
            <a:ext cx="6976592" cy="61926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30170" y="0"/>
            <a:ext cx="7616120" cy="533945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19050">
              <a:spcBef>
                <a:spcPts val="145"/>
              </a:spcBef>
            </a:pPr>
            <a:r>
              <a:rPr sz="3350" b="1" spc="-8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ADIT</a:t>
            </a:r>
            <a:r>
              <a:rPr sz="3350" b="1" spc="-33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350" b="1" spc="-8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350" b="1" spc="-167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8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EN</a:t>
            </a:r>
            <a:r>
              <a:rPr sz="3350" b="1" spc="-23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350" b="1" spc="-8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INEE</a:t>
            </a:r>
            <a:r>
              <a:rPr sz="3350" b="1" spc="-23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350" b="1" spc="-8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ING</a:t>
            </a:r>
            <a:r>
              <a:rPr sz="335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8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CO</a:t>
            </a:r>
            <a:r>
              <a:rPr sz="3350" b="1" spc="-23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350" b="1" spc="-8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LEG</a:t>
            </a:r>
            <a:r>
              <a:rPr sz="3350" b="1" spc="-23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350" b="1" spc="-8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(A)</a:t>
            </a:r>
            <a:endParaRPr sz="3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11632" y="1816272"/>
            <a:ext cx="13660292" cy="674561"/>
          </a:xfrm>
          <a:prstGeom prst="rect">
            <a:avLst/>
          </a:prstGeom>
        </p:spPr>
        <p:txBody>
          <a:bodyPr vert="horz" wrap="square" lIns="0" tIns="18368" rIns="0" bIns="0" rtlCol="0" anchor="ctr">
            <a:spAutoFit/>
          </a:bodyPr>
          <a:lstStyle/>
          <a:p>
            <a:pPr marL="19050">
              <a:spcBef>
                <a:spcPts val="145"/>
              </a:spcBef>
            </a:pPr>
            <a:r>
              <a:rPr sz="4265" u="heavy"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Example</a:t>
            </a:r>
            <a:r>
              <a:rPr sz="4265" u="heavy"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65" u="heavy" spc="-3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for</a:t>
            </a:r>
            <a:r>
              <a:rPr sz="4265" u="heavy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65" u="heavy"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Function</a:t>
            </a:r>
            <a:r>
              <a:rPr sz="4265" u="heavy" spc="3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65" u="heavy"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without</a:t>
            </a:r>
            <a:r>
              <a:rPr sz="4265" u="heavy" spc="30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65" u="heavy" spc="-23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argument</a:t>
            </a:r>
            <a:r>
              <a:rPr sz="4265" u="heavy" spc="30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65" u="heavy"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and</a:t>
            </a:r>
            <a:r>
              <a:rPr sz="4265" u="heavy" spc="3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65" u="heavy" spc="-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with</a:t>
            </a:r>
            <a:r>
              <a:rPr sz="4265" u="heavy" spc="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65" u="heavy" spc="-23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return</a:t>
            </a:r>
            <a:r>
              <a:rPr sz="4265" u="heavy" spc="8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4265" u="heavy" spc="-15" dirty="0">
                <a:solidFill>
                  <a:srgbClr val="600A4A"/>
                </a:solidFill>
                <a:uFill>
                  <a:solidFill>
                    <a:srgbClr val="600A4A"/>
                  </a:solidFill>
                </a:uFill>
                <a:latin typeface="Calibri" panose="020F0502020204030204"/>
                <a:cs typeface="Calibri" panose="020F0502020204030204"/>
              </a:rPr>
              <a:t>value</a:t>
            </a:r>
            <a:endParaRPr sz="42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9582" y="3868092"/>
            <a:ext cx="6097729" cy="4983526"/>
          </a:xfrm>
          <a:prstGeom prst="rect">
            <a:avLst/>
          </a:prstGeom>
        </p:spPr>
        <p:txBody>
          <a:bodyPr vert="horz" wrap="square" lIns="0" tIns="20302" rIns="0" bIns="0" rtlCol="0">
            <a:spAutoFit/>
          </a:bodyPr>
          <a:lstStyle/>
          <a:p>
            <a:pPr marL="19050">
              <a:spcBef>
                <a:spcPts val="160"/>
              </a:spcBef>
            </a:pPr>
            <a:r>
              <a:rPr sz="396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960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sum()</a:t>
            </a:r>
            <a:endParaRPr sz="3960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90"/>
              </a:spcBef>
            </a:pP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960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90"/>
              </a:spcBef>
            </a:pPr>
            <a:r>
              <a:rPr sz="396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960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a,b,c;</a:t>
            </a:r>
            <a:endParaRPr sz="3960" dirty="0">
              <a:latin typeface="Calibri" panose="020F0502020204030204"/>
              <a:cs typeface="Calibri" panose="020F0502020204030204"/>
            </a:endParaRPr>
          </a:p>
          <a:p>
            <a:pPr marL="19050" marR="7620">
              <a:lnSpc>
                <a:spcPct val="102000"/>
              </a:lnSpc>
              <a:spcBef>
                <a:spcPts val="15"/>
              </a:spcBef>
            </a:pPr>
            <a:r>
              <a:rPr sz="3960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printf(“enter</a:t>
            </a: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960" b="1" spc="-4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numbers”); </a:t>
            </a:r>
            <a:r>
              <a:rPr sz="3960" b="1" spc="-86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scanf(“%d%d”,&amp;a,&amp;b); </a:t>
            </a:r>
            <a:r>
              <a:rPr sz="396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c=a+b;</a:t>
            </a:r>
            <a:endParaRPr sz="3960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15"/>
              </a:spcBef>
            </a:pP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return(c);</a:t>
            </a:r>
            <a:endParaRPr sz="3960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90"/>
              </a:spcBef>
            </a:pP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96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6830" y="2903755"/>
            <a:ext cx="10931134" cy="629770"/>
          </a:xfrm>
          <a:prstGeom prst="rect">
            <a:avLst/>
          </a:prstGeom>
        </p:spPr>
        <p:txBody>
          <a:bodyPr vert="horz" wrap="square" lIns="0" tIns="20302" rIns="0" bIns="0" rtlCol="0">
            <a:spAutoFit/>
          </a:bodyPr>
          <a:lstStyle/>
          <a:p>
            <a:pPr marL="57785">
              <a:spcBef>
                <a:spcPts val="160"/>
              </a:spcBef>
            </a:pP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//</a:t>
            </a:r>
            <a:r>
              <a:rPr sz="3960" b="1" spc="69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Write</a:t>
            </a:r>
            <a:r>
              <a:rPr sz="3960" b="1" spc="7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960" b="1" spc="107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function</a:t>
            </a:r>
            <a:r>
              <a:rPr sz="3960" b="1" spc="99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3960" b="1" spc="7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</a:t>
            </a:r>
            <a:r>
              <a:rPr sz="3960" b="1" spc="84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3960" b="1" spc="7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960" b="1" spc="7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96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numbers</a:t>
            </a:r>
            <a:r>
              <a:rPr sz="3960" b="1" spc="-14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025" b="1" spc="-33" baseline="-320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5025" b="1" baseline="-320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025" b="1" spc="-23" baseline="-320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main()</a:t>
            </a:r>
            <a:endParaRPr sz="5025" baseline="-32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38545" y="3738106"/>
            <a:ext cx="5501820" cy="5436789"/>
          </a:xfrm>
          <a:prstGeom prst="rect">
            <a:avLst/>
          </a:prstGeom>
        </p:spPr>
        <p:txBody>
          <a:bodyPr vert="horz" wrap="square" lIns="0" tIns="58972" rIns="0" bIns="0" rtlCol="0">
            <a:spAutoFit/>
          </a:bodyPr>
          <a:lstStyle/>
          <a:p>
            <a:pPr marL="821055">
              <a:spcBef>
                <a:spcPts val="465"/>
              </a:spcBef>
            </a:pPr>
            <a:r>
              <a:rPr sz="3350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821055" marR="2327275">
              <a:lnSpc>
                <a:spcPts val="4355"/>
              </a:lnSpc>
              <a:spcBef>
                <a:spcPts val="185"/>
              </a:spcBef>
            </a:pPr>
            <a:r>
              <a:rPr sz="3350" b="1" spc="-2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int </a:t>
            </a:r>
            <a:r>
              <a:rPr sz="3350" b="1" spc="-1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result; </a:t>
            </a:r>
            <a:r>
              <a:rPr sz="3350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5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50" b="1" spc="-1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esul</a:t>
            </a:r>
            <a:r>
              <a:rPr sz="3350" b="1" spc="-2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3350" b="1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</a:t>
            </a:r>
            <a:r>
              <a:rPr sz="335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;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821055">
              <a:spcBef>
                <a:spcPts val="100"/>
              </a:spcBef>
            </a:pPr>
            <a:r>
              <a:rPr sz="335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</a:t>
            </a:r>
            <a:r>
              <a:rPr sz="3350" b="1" spc="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</a:t>
            </a:r>
            <a:r>
              <a:rPr sz="3350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350" b="1" spc="-4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%d”,result);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821055">
              <a:spcBef>
                <a:spcPts val="310"/>
              </a:spcBef>
            </a:pPr>
            <a:r>
              <a:rPr sz="3350" b="1" spc="-2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return</a:t>
            </a:r>
            <a:r>
              <a:rPr sz="3350" b="1" spc="-1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0;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821055">
              <a:spcBef>
                <a:spcPts val="325"/>
              </a:spcBef>
            </a:pPr>
            <a:r>
              <a:rPr sz="3350" b="1" spc="-8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830"/>
              </a:spcBef>
            </a:pPr>
            <a:r>
              <a:rPr sz="3655" b="1" u="heavy" spc="-8" dirty="0">
                <a:solidFill>
                  <a:srgbClr val="D76017"/>
                </a:solidFill>
                <a:uFill>
                  <a:solidFill>
                    <a:srgbClr val="D76017"/>
                  </a:solidFill>
                </a:uFill>
                <a:latin typeface="Calibri" panose="020F0502020204030204"/>
                <a:cs typeface="Calibri" panose="020F0502020204030204"/>
              </a:rPr>
              <a:t>output: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095"/>
              </a:spcBef>
            </a:pPr>
            <a:r>
              <a:rPr sz="3655" spc="-15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enter</a:t>
            </a:r>
            <a:r>
              <a:rPr sz="3655" spc="-3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655" spc="-30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numbers</a:t>
            </a:r>
            <a:r>
              <a:rPr sz="3655" spc="-46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10</a:t>
            </a:r>
            <a:r>
              <a:rPr sz="3655" spc="-30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080"/>
              </a:spcBef>
            </a:pPr>
            <a:r>
              <a:rPr sz="3655" spc="-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sum</a:t>
            </a:r>
            <a:r>
              <a:rPr sz="3655" spc="-69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655" spc="-53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solidFill>
                  <a:srgbClr val="D76017"/>
                </a:solidFill>
                <a:latin typeface="Calibri" panose="020F0502020204030204"/>
                <a:cs typeface="Calibri" panose="020F0502020204030204"/>
              </a:rPr>
              <a:t>30</a:t>
            </a:r>
            <a:endParaRPr sz="3655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678591" y="1294295"/>
            <a:ext cx="8652485" cy="393394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19050">
              <a:spcBef>
                <a:spcPts val="145"/>
              </a:spcBef>
            </a:pPr>
            <a:r>
              <a:rPr sz="2435" b="1" u="heavy" spc="-15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Function</a:t>
            </a:r>
            <a:r>
              <a:rPr sz="2435" b="1" u="heavy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without</a:t>
            </a:r>
            <a:r>
              <a:rPr sz="2435" b="1" u="heavy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argument</a:t>
            </a:r>
            <a:r>
              <a:rPr sz="2435" b="1" u="heavy" spc="23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and</a:t>
            </a:r>
            <a:r>
              <a:rPr sz="2435" b="1" u="heavy" spc="15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with</a:t>
            </a:r>
            <a:r>
              <a:rPr sz="2435" b="1" u="heavy" spc="15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return</a:t>
            </a:r>
            <a:r>
              <a:rPr sz="2435" b="1" u="heavy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value</a:t>
            </a:r>
            <a:endParaRPr sz="2435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3256" y="2189645"/>
            <a:ext cx="7641256" cy="7878439"/>
          </a:xfrm>
          <a:prstGeom prst="rect">
            <a:avLst/>
          </a:prstGeom>
          <a:ln w="44450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3700"/>
              </a:lnSpc>
            </a:pPr>
            <a:r>
              <a:rPr sz="3655" b="1" spc="-15" dirty="0">
                <a:latin typeface="Calibri" panose="020F0502020204030204"/>
                <a:cs typeface="Calibri" panose="020F0502020204030204"/>
              </a:rPr>
              <a:t>#include&lt;stdio.h&gt;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void</a:t>
            </a:r>
            <a:r>
              <a:rPr sz="3655" b="1" spc="-84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sum()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655" b="1" spc="-4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a,b,c;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 marR="1908175"/>
            <a:r>
              <a:rPr sz="3655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printf(“enter</a:t>
            </a:r>
            <a:r>
              <a:rPr sz="3655" b="1" spc="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numbers”); </a:t>
            </a:r>
            <a:r>
              <a:rPr sz="3655" b="1" spc="-807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scanf(“%d%d”,&amp;a,&amp;b); 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c=a+b;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printf(“sum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is</a:t>
            </a:r>
            <a:r>
              <a:rPr sz="3655" b="1" spc="-4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5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%d”,c);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>
              <a:spcBef>
                <a:spcPts val="10"/>
              </a:spcBef>
            </a:pPr>
            <a:r>
              <a:rPr sz="3655" b="1" spc="-23" dirty="0">
                <a:latin typeface="Calibri" panose="020F0502020204030204"/>
                <a:cs typeface="Calibri" panose="020F0502020204030204"/>
              </a:rPr>
              <a:t>int</a:t>
            </a:r>
            <a:r>
              <a:rPr sz="3655" b="1" spc="-46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latin typeface="Calibri" panose="020F0502020204030204"/>
                <a:cs typeface="Calibri" panose="020F0502020204030204"/>
              </a:rPr>
              <a:t>main()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>
              <a:lnSpc>
                <a:spcPts val="4360"/>
              </a:lnSpc>
            </a:pPr>
            <a:r>
              <a:rPr sz="3655" b="1" dirty="0">
                <a:latin typeface="Calibri" panose="020F0502020204030204"/>
                <a:cs typeface="Calibri" panose="020F0502020204030204"/>
              </a:rPr>
              <a:t>{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>
              <a:lnSpc>
                <a:spcPts val="5095"/>
              </a:lnSpc>
            </a:pPr>
            <a:r>
              <a:rPr sz="426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sum();</a:t>
            </a:r>
            <a:r>
              <a:rPr sz="426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40" b="1" spc="-8" dirty="0">
                <a:latin typeface="Calibri" panose="020F0502020204030204"/>
                <a:cs typeface="Calibri" panose="020F0502020204030204"/>
              </a:rPr>
              <a:t>// function</a:t>
            </a:r>
            <a:r>
              <a:rPr sz="2740" b="1" spc="-38" dirty="0">
                <a:latin typeface="Calibri" panose="020F0502020204030204"/>
                <a:cs typeface="Calibri" panose="020F0502020204030204"/>
              </a:rPr>
              <a:t> </a:t>
            </a:r>
            <a:r>
              <a:rPr sz="2740" b="1" spc="-8" dirty="0">
                <a:latin typeface="Calibri" panose="020F0502020204030204"/>
                <a:cs typeface="Calibri" panose="020F0502020204030204"/>
              </a:rPr>
              <a:t>call</a:t>
            </a:r>
            <a:endParaRPr sz="2740" dirty="0">
              <a:latin typeface="Calibri" panose="020F0502020204030204"/>
              <a:cs typeface="Calibri" panose="020F0502020204030204"/>
            </a:endParaRPr>
          </a:p>
          <a:p>
            <a:pPr marL="136525">
              <a:spcBef>
                <a:spcPts val="45"/>
              </a:spcBef>
            </a:pPr>
            <a:r>
              <a:rPr sz="3655" b="1" spc="-15" dirty="0">
                <a:latin typeface="Calibri" panose="020F0502020204030204"/>
                <a:cs typeface="Calibri" panose="020F0502020204030204"/>
              </a:rPr>
              <a:t>return</a:t>
            </a:r>
            <a:r>
              <a:rPr sz="3655" b="1" spc="-69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15" dirty="0">
                <a:latin typeface="Calibri" panose="020F0502020204030204"/>
                <a:cs typeface="Calibri" panose="020F0502020204030204"/>
              </a:rPr>
              <a:t>0;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655" b="1" dirty="0">
                <a:latin typeface="Calibri" panose="020F0502020204030204"/>
                <a:cs typeface="Calibri" panose="020F0502020204030204"/>
              </a:rPr>
              <a:t>}</a:t>
            </a:r>
            <a:endParaRPr sz="365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68029" y="1901419"/>
            <a:ext cx="7643190" cy="8226923"/>
          </a:xfrm>
          <a:prstGeom prst="rect">
            <a:avLst/>
          </a:prstGeom>
          <a:ln w="44450">
            <a:solidFill>
              <a:srgbClr val="41709C"/>
            </a:solidFill>
          </a:ln>
        </p:spPr>
        <p:txBody>
          <a:bodyPr vert="horz" wrap="square" lIns="0" tIns="33837" rIns="0" bIns="0" rtlCol="0">
            <a:spAutoFit/>
          </a:bodyPr>
          <a:lstStyle/>
          <a:p>
            <a:pPr marL="139065">
              <a:lnSpc>
                <a:spcPts val="3630"/>
              </a:lnSpc>
              <a:spcBef>
                <a:spcPts val="265"/>
              </a:spcBef>
            </a:pPr>
            <a:r>
              <a:rPr sz="3045" b="1" spc="-8" dirty="0">
                <a:latin typeface="Calibri" panose="020F0502020204030204"/>
                <a:cs typeface="Calibri" panose="020F0502020204030204"/>
              </a:rPr>
              <a:t>#include&lt;stdio.h&gt;</a:t>
            </a:r>
            <a:endParaRPr sz="3045" dirty="0">
              <a:latin typeface="Calibri" panose="020F0502020204030204"/>
              <a:cs typeface="Calibri" panose="020F0502020204030204"/>
            </a:endParaRPr>
          </a:p>
          <a:p>
            <a:pPr marL="139065">
              <a:lnSpc>
                <a:spcPts val="4360"/>
              </a:lnSpc>
            </a:pP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655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sum()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9065">
              <a:spcBef>
                <a:spcPts val="10"/>
              </a:spcBef>
            </a:pP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9065"/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655" b="1" spc="-4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a,b,c;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9065" marR="1909445"/>
            <a:r>
              <a:rPr sz="3655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printf(“enter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655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numbers”); </a:t>
            </a:r>
            <a:r>
              <a:rPr sz="3655" b="1" spc="-799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scanf(“%d%d”,&amp;a,&amp;b); 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c=a+b;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9065">
              <a:lnSpc>
                <a:spcPts val="5080"/>
              </a:lnSpc>
            </a:pPr>
            <a:r>
              <a:rPr sz="426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return(c);</a:t>
            </a:r>
            <a:endParaRPr sz="4265" dirty="0">
              <a:latin typeface="Calibri" panose="020F0502020204030204"/>
              <a:cs typeface="Calibri" panose="020F0502020204030204"/>
            </a:endParaRPr>
          </a:p>
          <a:p>
            <a:pPr marL="139065">
              <a:spcBef>
                <a:spcPts val="40"/>
              </a:spcBef>
            </a:pP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9065">
              <a:spcBef>
                <a:spcPts val="30"/>
              </a:spcBef>
            </a:pPr>
            <a:r>
              <a:rPr sz="3350" b="1" spc="-23" dirty="0">
                <a:latin typeface="Calibri" panose="020F0502020204030204"/>
                <a:cs typeface="Calibri" panose="020F0502020204030204"/>
              </a:rPr>
              <a:t>int</a:t>
            </a:r>
            <a:r>
              <a:rPr sz="3350" b="1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15" dirty="0">
                <a:latin typeface="Calibri" panose="020F0502020204030204"/>
                <a:cs typeface="Calibri" panose="020F0502020204030204"/>
              </a:rPr>
              <a:t>main()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139065"/>
            <a:r>
              <a:rPr sz="3350" b="1" spc="-8" dirty="0">
                <a:latin typeface="Calibri" panose="020F0502020204030204"/>
                <a:cs typeface="Calibri" panose="020F0502020204030204"/>
              </a:rPr>
              <a:t>{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139065">
              <a:lnSpc>
                <a:spcPts val="4005"/>
              </a:lnSpc>
              <a:spcBef>
                <a:spcPts val="10"/>
              </a:spcBef>
            </a:pPr>
            <a:r>
              <a:rPr sz="3350" b="1" spc="-23" dirty="0">
                <a:latin typeface="Calibri" panose="020F0502020204030204"/>
                <a:cs typeface="Calibri" panose="020F0502020204030204"/>
              </a:rPr>
              <a:t>int</a:t>
            </a:r>
            <a:r>
              <a:rPr sz="3350" b="1" spc="-91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23" dirty="0">
                <a:latin typeface="Calibri" panose="020F0502020204030204"/>
                <a:cs typeface="Calibri" panose="020F0502020204030204"/>
              </a:rPr>
              <a:t>result;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139065">
              <a:lnSpc>
                <a:spcPts val="4370"/>
              </a:lnSpc>
            </a:pPr>
            <a:r>
              <a:rPr sz="335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result=sum();</a:t>
            </a:r>
            <a:r>
              <a:rPr sz="3350" b="1" spc="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latin typeface="Calibri" panose="020F0502020204030204"/>
                <a:cs typeface="Calibri" panose="020F0502020204030204"/>
              </a:rPr>
              <a:t>//</a:t>
            </a:r>
            <a:r>
              <a:rPr sz="3655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latin typeface="Calibri" panose="020F0502020204030204"/>
                <a:cs typeface="Calibri" panose="020F0502020204030204"/>
              </a:rPr>
              <a:t>function</a:t>
            </a:r>
            <a:r>
              <a:rPr sz="3655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8" dirty="0">
                <a:latin typeface="Calibri" panose="020F0502020204030204"/>
                <a:cs typeface="Calibri" panose="020F0502020204030204"/>
              </a:rPr>
              <a:t>call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39065">
              <a:spcBef>
                <a:spcPts val="30"/>
              </a:spcBef>
            </a:pPr>
            <a:r>
              <a:rPr sz="3350" b="1" spc="-15" dirty="0">
                <a:latin typeface="Calibri" panose="020F0502020204030204"/>
                <a:cs typeface="Calibri" panose="020F0502020204030204"/>
              </a:rPr>
              <a:t>printf(“</a:t>
            </a:r>
            <a:r>
              <a:rPr sz="3350" b="1" spc="23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8" dirty="0">
                <a:latin typeface="Calibri" panose="020F0502020204030204"/>
                <a:cs typeface="Calibri" panose="020F0502020204030204"/>
              </a:rPr>
              <a:t>sum</a:t>
            </a:r>
            <a:r>
              <a:rPr sz="3350" b="1" spc="-23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8" dirty="0">
                <a:latin typeface="Calibri" panose="020F0502020204030204"/>
                <a:cs typeface="Calibri" panose="020F0502020204030204"/>
              </a:rPr>
              <a:t>is</a:t>
            </a:r>
            <a:r>
              <a:rPr sz="335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38" dirty="0">
                <a:latin typeface="Calibri" panose="020F0502020204030204"/>
                <a:cs typeface="Calibri" panose="020F0502020204030204"/>
              </a:rPr>
              <a:t>%d”,result);</a:t>
            </a:r>
            <a:endParaRPr sz="3350" dirty="0">
              <a:latin typeface="Calibri" panose="020F0502020204030204"/>
              <a:cs typeface="Calibri" panose="020F0502020204030204"/>
            </a:endParaRPr>
          </a:p>
          <a:p>
            <a:pPr marL="139065"/>
            <a:r>
              <a:rPr sz="3350" b="1" spc="-23" dirty="0">
                <a:latin typeface="Calibri" panose="020F0502020204030204"/>
                <a:cs typeface="Calibri" panose="020F0502020204030204"/>
              </a:rPr>
              <a:t>return</a:t>
            </a:r>
            <a:r>
              <a:rPr sz="335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8" dirty="0">
                <a:latin typeface="Calibri" panose="020F0502020204030204"/>
                <a:cs typeface="Calibri" panose="020F0502020204030204"/>
              </a:rPr>
              <a:t>0;}</a:t>
            </a:r>
            <a:endParaRPr sz="335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6641" y="1349813"/>
            <a:ext cx="7777569" cy="768240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19050">
              <a:spcBef>
                <a:spcPts val="145"/>
              </a:spcBef>
            </a:pPr>
            <a:r>
              <a:rPr sz="2435" b="1" u="heavy" spc="-15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Function</a:t>
            </a:r>
            <a:r>
              <a:rPr sz="2435" b="1" u="heavy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without</a:t>
            </a:r>
            <a:r>
              <a:rPr sz="2435" b="1" u="heavy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argument</a:t>
            </a:r>
            <a:r>
              <a:rPr sz="2435" b="1" u="heavy" spc="15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and</a:t>
            </a:r>
            <a:r>
              <a:rPr sz="2435" b="1" u="heavy" spc="23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lang="en-IN" sz="2435" b="1" u="heavy" spc="23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with out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return</a:t>
            </a:r>
            <a:r>
              <a:rPr sz="2435" b="1" u="heavy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value</a:t>
            </a:r>
            <a:endParaRPr sz="2435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39884" y="502554"/>
            <a:ext cx="11609798" cy="769281"/>
          </a:xfrm>
          <a:prstGeom prst="rect">
            <a:avLst/>
          </a:prstGeom>
        </p:spPr>
        <p:txBody>
          <a:bodyPr vert="horz" wrap="square" lIns="0" tIns="19335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b="1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Program</a:t>
            </a:r>
            <a:r>
              <a:rPr b="1" spc="-4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b="1" spc="-8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for</a:t>
            </a:r>
            <a:r>
              <a:rPr b="1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b="1" spc="-8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sum</a:t>
            </a:r>
            <a:r>
              <a:rPr b="1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of two</a:t>
            </a:r>
            <a:r>
              <a:rPr b="1" spc="-8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numbers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1027" y="1438149"/>
            <a:ext cx="17809618" cy="393394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19050">
              <a:spcBef>
                <a:spcPts val="145"/>
              </a:spcBef>
              <a:tabLst>
                <a:tab pos="9357995" algn="l"/>
              </a:tabLst>
            </a:pP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3)Function</a:t>
            </a:r>
            <a:r>
              <a:rPr sz="2435" b="1" u="heavy" spc="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with</a:t>
            </a:r>
            <a:r>
              <a:rPr sz="2435" b="1" u="heavy" spc="3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argument</a:t>
            </a:r>
            <a:r>
              <a:rPr sz="2435" b="1" u="heavy" spc="3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and</a:t>
            </a:r>
            <a:r>
              <a:rPr sz="2435" b="1" u="heavy" spc="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without</a:t>
            </a:r>
            <a:r>
              <a:rPr sz="2435" b="1" u="heavy" spc="15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return</a:t>
            </a:r>
            <a:r>
              <a:rPr sz="2435" b="1" u="heavy" spc="3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2435" b="1" u="heavy" spc="-8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value</a:t>
            </a:r>
            <a:r>
              <a:rPr sz="2435" b="1" spc="-8" dirty="0">
                <a:latin typeface="Verdana" panose="020B0604030504040204"/>
                <a:cs typeface="Verdana" panose="020B0604030504040204"/>
              </a:rPr>
              <a:t>	</a:t>
            </a:r>
            <a:r>
              <a:rPr sz="3655" b="1" u="heavy" spc="-11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4)Function</a:t>
            </a:r>
            <a:r>
              <a:rPr sz="3655" b="1" u="heavy" spc="-23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3655" b="1" u="heavy" spc="-11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with</a:t>
            </a:r>
            <a:r>
              <a:rPr sz="3655" b="1" u="heavy" spc="23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3655" b="1" u="heavy" spc="-11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argument</a:t>
            </a:r>
            <a:r>
              <a:rPr sz="3655" b="1" u="heavy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3655" b="1" u="heavy" spc="-11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and</a:t>
            </a:r>
            <a:r>
              <a:rPr sz="3655" b="1" u="heavy" spc="-23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3655" b="1" u="heavy" spc="-11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with</a:t>
            </a:r>
            <a:r>
              <a:rPr sz="3655" b="1" u="heavy" spc="23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sz="3655" b="1" u="heavy" spc="-11" baseline="2000" dirty="0"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return value</a:t>
            </a:r>
            <a:endParaRPr sz="3655" baseline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297" y="1945504"/>
            <a:ext cx="7641256" cy="7942559"/>
          </a:xfrm>
          <a:prstGeom prst="rect">
            <a:avLst/>
          </a:prstGeom>
          <a:ln w="44450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3060"/>
              </a:lnSpc>
            </a:pPr>
            <a:r>
              <a:rPr sz="3500" b="1" spc="-8" dirty="0">
                <a:latin typeface="Calibri" panose="020F0502020204030204"/>
                <a:cs typeface="Calibri" panose="020F0502020204030204"/>
              </a:rPr>
              <a:t>#include&lt;stdio.h&gt;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void</a:t>
            </a:r>
            <a:r>
              <a:rPr sz="3500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sum(int</a:t>
            </a:r>
            <a:r>
              <a:rPr sz="3500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a,int</a:t>
            </a:r>
            <a:r>
              <a:rPr sz="350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350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)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 marR="6278245"/>
            <a:r>
              <a:rPr sz="350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c;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=a+</a:t>
            </a:r>
            <a:r>
              <a:rPr sz="3500" b="1" spc="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;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printf(“sum</a:t>
            </a:r>
            <a:r>
              <a:rPr sz="3500" b="1" spc="-84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50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5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%d”,c);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500" b="1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3500" b="1" spc="-38" dirty="0"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8" dirty="0">
                <a:latin typeface="Calibri" panose="020F0502020204030204"/>
                <a:cs typeface="Calibri" panose="020F0502020204030204"/>
              </a:rPr>
              <a:t>main()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500" b="1" dirty="0">
                <a:latin typeface="Calibri" panose="020F0502020204030204"/>
                <a:cs typeface="Calibri" panose="020F0502020204030204"/>
              </a:rPr>
              <a:t>{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500" b="1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3500" b="1" spc="-38" dirty="0"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latin typeface="Calibri" panose="020F0502020204030204"/>
                <a:cs typeface="Calibri" panose="020F0502020204030204"/>
              </a:rPr>
              <a:t>a,b;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 marR="2132965">
              <a:spcBef>
                <a:spcPts val="10"/>
              </a:spcBef>
            </a:pPr>
            <a:r>
              <a:rPr sz="3500" b="1" spc="-23" dirty="0">
                <a:latin typeface="Calibri" panose="020F0502020204030204"/>
                <a:cs typeface="Calibri" panose="020F0502020204030204"/>
              </a:rPr>
              <a:t>printf(“enter</a:t>
            </a:r>
            <a:r>
              <a:rPr sz="3500" b="1" spc="-8" dirty="0"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15" dirty="0">
                <a:latin typeface="Calibri" panose="020F0502020204030204"/>
                <a:cs typeface="Calibri" panose="020F0502020204030204"/>
              </a:rPr>
              <a:t>two </a:t>
            </a:r>
            <a:r>
              <a:rPr sz="3500" b="1" spc="-8" dirty="0">
                <a:latin typeface="Calibri" panose="020F0502020204030204"/>
                <a:cs typeface="Calibri" panose="020F0502020204030204"/>
              </a:rPr>
              <a:t>numbers”); </a:t>
            </a:r>
            <a:r>
              <a:rPr sz="3500" b="1" spc="-769" dirty="0"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23" dirty="0">
                <a:latin typeface="Calibri" panose="020F0502020204030204"/>
                <a:cs typeface="Calibri" panose="020F0502020204030204"/>
              </a:rPr>
              <a:t>scanf(“%d%d”,&amp;a,&amp;b); </a:t>
            </a:r>
            <a:r>
              <a:rPr sz="35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sum(a,b);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/>
            <a:r>
              <a:rPr sz="3500" b="1" spc="-8" dirty="0">
                <a:latin typeface="Calibri" panose="020F0502020204030204"/>
                <a:cs typeface="Calibri" panose="020F0502020204030204"/>
              </a:rPr>
              <a:t>return</a:t>
            </a:r>
            <a:r>
              <a:rPr sz="3500" b="1" spc="-84" dirty="0"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latin typeface="Calibri" panose="020F0502020204030204"/>
                <a:cs typeface="Calibri" panose="020F0502020204030204"/>
              </a:rPr>
              <a:t>0;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36525">
              <a:spcBef>
                <a:spcPts val="10"/>
              </a:spcBef>
            </a:pPr>
            <a:r>
              <a:rPr sz="3500" b="1" dirty="0">
                <a:latin typeface="Calibri" panose="020F0502020204030204"/>
                <a:cs typeface="Calibri" panose="020F0502020204030204"/>
              </a:rPr>
              <a:t>}</a:t>
            </a:r>
            <a:endParaRPr sz="35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68029" y="1901419"/>
            <a:ext cx="7643190" cy="8112080"/>
          </a:xfrm>
          <a:prstGeom prst="rect">
            <a:avLst/>
          </a:prstGeom>
          <a:ln w="44450">
            <a:solidFill>
              <a:srgbClr val="41709C"/>
            </a:solidFill>
          </a:ln>
        </p:spPr>
        <p:txBody>
          <a:bodyPr vert="horz" wrap="square" lIns="0" tIns="149848" rIns="0" bIns="0" rtlCol="0">
            <a:spAutoFit/>
          </a:bodyPr>
          <a:lstStyle/>
          <a:p>
            <a:pPr marL="139065">
              <a:lnSpc>
                <a:spcPts val="3630"/>
              </a:lnSpc>
              <a:spcBef>
                <a:spcPts val="1180"/>
              </a:spcBef>
            </a:pPr>
            <a:r>
              <a:rPr sz="3045" b="1" spc="-8" dirty="0">
                <a:latin typeface="Calibri" panose="020F0502020204030204"/>
                <a:cs typeface="Calibri" panose="020F0502020204030204"/>
              </a:rPr>
              <a:t>#include&lt;stdio.h&gt;</a:t>
            </a:r>
            <a:endParaRPr sz="3045">
              <a:latin typeface="Calibri" panose="020F0502020204030204"/>
              <a:cs typeface="Calibri" panose="020F0502020204030204"/>
            </a:endParaRPr>
          </a:p>
          <a:p>
            <a:pPr marL="139065">
              <a:lnSpc>
                <a:spcPts val="4360"/>
              </a:lnSpc>
            </a:pP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 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sum(int 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a,int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)</a:t>
            </a:r>
            <a:endParaRPr sz="3655">
              <a:latin typeface="Calibri" panose="020F0502020204030204"/>
              <a:cs typeface="Calibri" panose="020F0502020204030204"/>
            </a:endParaRPr>
          </a:p>
          <a:p>
            <a:pPr marL="139065">
              <a:spcBef>
                <a:spcPts val="10"/>
              </a:spcBef>
            </a:pP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655">
              <a:latin typeface="Calibri" panose="020F0502020204030204"/>
              <a:cs typeface="Calibri" panose="020F0502020204030204"/>
            </a:endParaRPr>
          </a:p>
          <a:p>
            <a:pPr marL="139065" marR="5669280"/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c; </a:t>
            </a:r>
            <a:r>
              <a:rPr sz="3655" b="1" spc="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c=a+b; </a:t>
            </a:r>
            <a:r>
              <a:rPr sz="3655" b="1" spc="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b="1" spc="-4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3655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rn</a:t>
            </a:r>
            <a:r>
              <a:rPr sz="3655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(</a:t>
            </a:r>
            <a:r>
              <a:rPr sz="3655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c);</a:t>
            </a:r>
            <a:endParaRPr sz="3655">
              <a:latin typeface="Calibri" panose="020F0502020204030204"/>
              <a:cs typeface="Calibri" panose="020F0502020204030204"/>
            </a:endParaRPr>
          </a:p>
          <a:p>
            <a:pPr marL="139065"/>
            <a:r>
              <a:rPr sz="3655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655">
              <a:latin typeface="Calibri" panose="020F0502020204030204"/>
              <a:cs typeface="Calibri" panose="020F0502020204030204"/>
            </a:endParaRPr>
          </a:p>
          <a:p>
            <a:pPr marL="139065">
              <a:spcBef>
                <a:spcPts val="30"/>
              </a:spcBef>
            </a:pPr>
            <a:r>
              <a:rPr sz="3350" b="1" spc="-23" dirty="0">
                <a:latin typeface="Calibri" panose="020F0502020204030204"/>
                <a:cs typeface="Calibri" panose="020F0502020204030204"/>
              </a:rPr>
              <a:t>int</a:t>
            </a:r>
            <a:r>
              <a:rPr sz="3350" b="1" spc="-46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15" dirty="0">
                <a:latin typeface="Calibri" panose="020F0502020204030204"/>
                <a:cs typeface="Calibri" panose="020F0502020204030204"/>
              </a:rPr>
              <a:t>main()</a:t>
            </a:r>
            <a:endParaRPr sz="3350">
              <a:latin typeface="Calibri" panose="020F0502020204030204"/>
              <a:cs typeface="Calibri" panose="020F0502020204030204"/>
            </a:endParaRPr>
          </a:p>
          <a:p>
            <a:pPr marL="139065"/>
            <a:r>
              <a:rPr sz="3350" b="1" spc="-8" dirty="0">
                <a:latin typeface="Calibri" panose="020F0502020204030204"/>
                <a:cs typeface="Calibri" panose="020F0502020204030204"/>
              </a:rPr>
              <a:t>{</a:t>
            </a:r>
            <a:endParaRPr sz="3350">
              <a:latin typeface="Calibri" panose="020F0502020204030204"/>
              <a:cs typeface="Calibri" panose="020F0502020204030204"/>
            </a:endParaRPr>
          </a:p>
          <a:p>
            <a:pPr marL="139065"/>
            <a:r>
              <a:rPr sz="3350" b="1" spc="-23" dirty="0">
                <a:latin typeface="Calibri" panose="020F0502020204030204"/>
                <a:cs typeface="Calibri" panose="020F0502020204030204"/>
              </a:rPr>
              <a:t>int</a:t>
            </a:r>
            <a:r>
              <a:rPr sz="3350" b="1" spc="-53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8" dirty="0">
                <a:latin typeface="Calibri" panose="020F0502020204030204"/>
                <a:cs typeface="Calibri" panose="020F0502020204030204"/>
              </a:rPr>
              <a:t>x,y;</a:t>
            </a:r>
            <a:endParaRPr sz="3350">
              <a:latin typeface="Calibri" panose="020F0502020204030204"/>
              <a:cs typeface="Calibri" panose="020F0502020204030204"/>
            </a:endParaRPr>
          </a:p>
          <a:p>
            <a:pPr marL="139065"/>
            <a:r>
              <a:rPr sz="3350" b="1" spc="-30" dirty="0">
                <a:latin typeface="Calibri" panose="020F0502020204030204"/>
                <a:cs typeface="Calibri" panose="020F0502020204030204"/>
              </a:rPr>
              <a:t>printf(“enter</a:t>
            </a:r>
            <a:r>
              <a:rPr sz="3350" b="1" spc="53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30" dirty="0">
                <a:latin typeface="Calibri" panose="020F0502020204030204"/>
                <a:cs typeface="Calibri" panose="020F0502020204030204"/>
              </a:rPr>
              <a:t>two</a:t>
            </a:r>
            <a:r>
              <a:rPr sz="3350" b="1" spc="23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15" dirty="0">
                <a:latin typeface="Calibri" panose="020F0502020204030204"/>
                <a:cs typeface="Calibri" panose="020F0502020204030204"/>
              </a:rPr>
              <a:t>numbers”);</a:t>
            </a:r>
            <a:endParaRPr sz="3350">
              <a:latin typeface="Calibri" panose="020F0502020204030204"/>
              <a:cs typeface="Calibri" panose="020F0502020204030204"/>
            </a:endParaRPr>
          </a:p>
          <a:p>
            <a:pPr marL="139065">
              <a:spcBef>
                <a:spcPts val="10"/>
              </a:spcBef>
            </a:pPr>
            <a:r>
              <a:rPr sz="3350" b="1" spc="-30" dirty="0">
                <a:latin typeface="Calibri" panose="020F0502020204030204"/>
                <a:cs typeface="Calibri" panose="020F0502020204030204"/>
              </a:rPr>
              <a:t>scanf(“%d%d”,&amp;x,&amp;y);</a:t>
            </a:r>
            <a:endParaRPr sz="3350">
              <a:latin typeface="Calibri" panose="020F0502020204030204"/>
              <a:cs typeface="Calibri" panose="020F0502020204030204"/>
            </a:endParaRPr>
          </a:p>
          <a:p>
            <a:pPr marL="139065"/>
            <a:r>
              <a:rPr sz="335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printf(“%d”,sum(x,y));</a:t>
            </a:r>
            <a:endParaRPr sz="3350">
              <a:latin typeface="Calibri" panose="020F0502020204030204"/>
              <a:cs typeface="Calibri" panose="020F0502020204030204"/>
            </a:endParaRPr>
          </a:p>
          <a:p>
            <a:pPr marL="139065" marR="3167380"/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</a:t>
            </a:r>
            <a:r>
              <a:rPr sz="3350" b="1" spc="-5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335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(“</a:t>
            </a:r>
            <a:r>
              <a:rPr sz="335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%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3350" b="1" spc="-32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”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,su</a:t>
            </a:r>
            <a:r>
              <a:rPr sz="335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(10,2</a:t>
            </a:r>
            <a:r>
              <a:rPr sz="335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335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));  </a:t>
            </a:r>
            <a:r>
              <a:rPr sz="3350" b="1" spc="-23" dirty="0">
                <a:latin typeface="Calibri" panose="020F0502020204030204"/>
                <a:cs typeface="Calibri" panose="020F0502020204030204"/>
              </a:rPr>
              <a:t>return</a:t>
            </a:r>
            <a:r>
              <a:rPr sz="3350" b="1" spc="23" dirty="0">
                <a:latin typeface="Calibri" panose="020F0502020204030204"/>
                <a:cs typeface="Calibri" panose="020F0502020204030204"/>
              </a:rPr>
              <a:t> </a:t>
            </a:r>
            <a:r>
              <a:rPr sz="3350" b="1" spc="-8" dirty="0">
                <a:latin typeface="Calibri" panose="020F0502020204030204"/>
                <a:cs typeface="Calibri" panose="020F0502020204030204"/>
              </a:rPr>
              <a:t>0;}</a:t>
            </a:r>
            <a:endParaRPr sz="33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39884" y="533428"/>
            <a:ext cx="11609798" cy="707533"/>
          </a:xfrm>
          <a:prstGeom prst="rect">
            <a:avLst/>
          </a:prstGeom>
        </p:spPr>
        <p:txBody>
          <a:bodyPr vert="horz" wrap="square" lIns="0" tIns="19335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b="1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Program</a:t>
            </a:r>
            <a:r>
              <a:rPr b="1" u="heavy" spc="-4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b="1" u="heavy" spc="-8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for</a:t>
            </a:r>
            <a:r>
              <a:rPr b="1" u="heavy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</a:t>
            </a:r>
            <a:r>
              <a:rPr b="1" u="heavy" spc="-8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sum</a:t>
            </a:r>
            <a:r>
              <a:rPr b="1"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of two</a:t>
            </a:r>
            <a:r>
              <a:rPr b="1" u="heavy" spc="-8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 panose="020B0604030504040204"/>
                <a:cs typeface="Verdana" panose="020B0604030504040204"/>
              </a:rPr>
              <a:t> numbers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64023" y="755998"/>
            <a:ext cx="16633848" cy="520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Passing Parameters to Functions</a:t>
            </a:r>
          </a:p>
          <a:p>
            <a:pPr marL="571500" indent="-571500" algn="just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passed when the function is being invoked is known as the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 parameters. </a:t>
            </a:r>
          </a:p>
          <a:p>
            <a:pPr marL="571500" indent="-571500" algn="just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below program, 10 and 30 are known as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 parameters</a:t>
            </a: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Parameters </a:t>
            </a: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the variable and the data type as mentioned in the function declaration. </a:t>
            </a:r>
          </a:p>
          <a:p>
            <a:pPr marL="571500" indent="-571500" algn="just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below program, a and b are known as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parameters</a:t>
            </a: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3074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623" y="4906939"/>
            <a:ext cx="9289032" cy="553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00677" y="810587"/>
            <a:ext cx="6877517" cy="105142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6700" spc="-38" dirty="0">
                <a:solidFill>
                  <a:srgbClr val="600A38"/>
                </a:solidFill>
                <a:latin typeface="Calibri" panose="020F0502020204030204"/>
                <a:cs typeface="Calibri" panose="020F0502020204030204"/>
              </a:rPr>
              <a:t>Recursive</a:t>
            </a:r>
            <a:r>
              <a:rPr sz="6700" spc="-99" dirty="0">
                <a:solidFill>
                  <a:srgbClr val="600A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6700" dirty="0">
                <a:solidFill>
                  <a:srgbClr val="600A38"/>
                </a:solidFill>
                <a:latin typeface="Calibri" panose="020F0502020204030204"/>
                <a:cs typeface="Calibri" panose="020F0502020204030204"/>
              </a:rPr>
              <a:t>Functions</a:t>
            </a:r>
            <a:endParaRPr sz="67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06" y="2290215"/>
            <a:ext cx="15766858" cy="4899152"/>
          </a:xfrm>
          <a:prstGeom prst="rect">
            <a:avLst/>
          </a:prstGeom>
        </p:spPr>
        <p:txBody>
          <a:bodyPr vert="horz" wrap="square" lIns="0" tIns="167249" rIns="0" bIns="0" rtlCol="0">
            <a:spAutoFit/>
          </a:bodyPr>
          <a:lstStyle/>
          <a:p>
            <a:pPr marL="19050" marR="7620">
              <a:lnSpc>
                <a:spcPct val="77000"/>
              </a:lnSpc>
              <a:spcBef>
                <a:spcPts val="1315"/>
              </a:spcBef>
              <a:tabLst>
                <a:tab pos="524510" algn="l"/>
                <a:tab pos="2557145" algn="l"/>
                <a:tab pos="4787265" algn="l"/>
                <a:tab pos="8261985" algn="l"/>
                <a:tab pos="9379585" algn="l"/>
                <a:tab pos="11561445" algn="l"/>
                <a:tab pos="13731240" algn="l"/>
                <a:tab pos="14942185" algn="l"/>
              </a:tabLst>
            </a:pP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	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4265" spc="-5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419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4265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4265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elf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434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419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265" spc="-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wn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419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69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ecu</a:t>
            </a:r>
            <a:r>
              <a:rPr sz="4265" spc="-69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sz="4265" spc="-69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tion.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4265" spc="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  <a:r>
              <a:rPr sz="4265" spc="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265" spc="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sz="4265" spc="3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42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recursion.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2521565" algn="ctr">
              <a:spcBef>
                <a:spcPts val="1105"/>
              </a:spcBef>
            </a:pPr>
            <a:r>
              <a:rPr sz="2740" b="1" dirty="0">
                <a:solidFill>
                  <a:srgbClr val="242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740" b="1" spc="-53" dirty="0">
                <a:solidFill>
                  <a:srgbClr val="242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spc="-15" dirty="0">
                <a:solidFill>
                  <a:srgbClr val="242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r>
              <a:rPr sz="2740" b="1" spc="-61" dirty="0">
                <a:solidFill>
                  <a:srgbClr val="242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spc="-15" dirty="0">
                <a:solidFill>
                  <a:srgbClr val="242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works?</a:t>
            </a:r>
            <a:endParaRPr sz="27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2467590" algn="ctr">
              <a:spcBef>
                <a:spcPts val="1575"/>
              </a:spcBef>
            </a:pPr>
            <a:r>
              <a:rPr sz="274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sz="2740" b="1" spc="-69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recurse()</a:t>
            </a:r>
            <a:endParaRPr sz="27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4333855" algn="ctr"/>
            <a:r>
              <a:rPr sz="27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973455"/>
            <a:r>
              <a:rPr sz="274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sz="274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sz="274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sz="27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3455"/>
            <a:r>
              <a:rPr sz="2740" b="1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recurse();</a:t>
            </a:r>
            <a:r>
              <a:rPr sz="2740" b="1" spc="-3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sz="2740" b="1" spc="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740" b="1" spc="-3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2740" b="1" spc="-5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740" b="1" spc="-5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74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740" b="1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sz="27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3455"/>
            <a:r>
              <a:rPr sz="274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sz="2740" spc="-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sz="274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4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sz="27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5320"/>
            <a:r>
              <a:rPr sz="27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12095" y="7030170"/>
            <a:ext cx="1702461" cy="2476094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40" spc="-8" dirty="0">
                <a:latin typeface="Calibri" panose="020F0502020204030204"/>
                <a:cs typeface="Calibri" panose="020F0502020204030204"/>
              </a:rPr>
              <a:t>int</a:t>
            </a:r>
            <a:r>
              <a:rPr sz="2740" spc="-61" dirty="0">
                <a:latin typeface="Calibri" panose="020F0502020204030204"/>
                <a:cs typeface="Calibri" panose="020F0502020204030204"/>
              </a:rPr>
              <a:t> </a:t>
            </a:r>
            <a:r>
              <a:rPr sz="2740" dirty="0">
                <a:latin typeface="Calibri" panose="020F0502020204030204"/>
                <a:cs typeface="Calibri" panose="020F0502020204030204"/>
              </a:rPr>
              <a:t>main()</a:t>
            </a:r>
          </a:p>
          <a:p>
            <a:pPr marL="19050"/>
            <a:r>
              <a:rPr sz="2740" dirty="0">
                <a:latin typeface="Calibri" panose="020F0502020204030204"/>
                <a:cs typeface="Calibri" panose="020F0502020204030204"/>
              </a:rPr>
              <a:t>{</a:t>
            </a:r>
          </a:p>
          <a:p>
            <a:pPr marL="336550"/>
            <a:r>
              <a:rPr sz="2740" spc="-8" dirty="0">
                <a:latin typeface="Calibri" panose="020F0502020204030204"/>
                <a:cs typeface="Calibri" panose="020F0502020204030204"/>
              </a:rPr>
              <a:t>...</a:t>
            </a:r>
            <a:r>
              <a:rPr sz="2740" spc="-61" dirty="0">
                <a:latin typeface="Calibri" panose="020F0502020204030204"/>
                <a:cs typeface="Calibri" panose="020F0502020204030204"/>
              </a:rPr>
              <a:t> </a:t>
            </a:r>
            <a:r>
              <a:rPr sz="2740" spc="-8" dirty="0">
                <a:latin typeface="Calibri" panose="020F0502020204030204"/>
                <a:cs typeface="Calibri" panose="020F0502020204030204"/>
              </a:rPr>
              <a:t>..</a:t>
            </a:r>
            <a:r>
              <a:rPr sz="2740" spc="-38" dirty="0">
                <a:latin typeface="Calibri" panose="020F0502020204030204"/>
                <a:cs typeface="Calibri" panose="020F0502020204030204"/>
              </a:rPr>
              <a:t> </a:t>
            </a:r>
            <a:r>
              <a:rPr sz="2740" spc="-8" dirty="0">
                <a:latin typeface="Calibri" panose="020F0502020204030204"/>
                <a:cs typeface="Calibri" panose="020F0502020204030204"/>
              </a:rPr>
              <a:t>...</a:t>
            </a:r>
            <a:endParaRPr sz="2740" dirty="0">
              <a:latin typeface="Calibri" panose="020F0502020204030204"/>
              <a:cs typeface="Calibri" panose="020F0502020204030204"/>
            </a:endParaRPr>
          </a:p>
          <a:p>
            <a:pPr marL="336550"/>
            <a:r>
              <a:rPr sz="2740" spc="-46" dirty="0">
                <a:latin typeface="Calibri" panose="020F0502020204030204"/>
                <a:cs typeface="Calibri" panose="020F0502020204030204"/>
              </a:rPr>
              <a:t>r</a:t>
            </a:r>
            <a:r>
              <a:rPr sz="2740" dirty="0">
                <a:latin typeface="Calibri" panose="020F0502020204030204"/>
                <a:cs typeface="Calibri" panose="020F0502020204030204"/>
              </a:rPr>
              <a:t>ecu</a:t>
            </a:r>
            <a:r>
              <a:rPr sz="2740" spc="-61" dirty="0">
                <a:latin typeface="Calibri" panose="020F0502020204030204"/>
                <a:cs typeface="Calibri" panose="020F0502020204030204"/>
              </a:rPr>
              <a:t>r</a:t>
            </a:r>
            <a:r>
              <a:rPr sz="2740" spc="-8" dirty="0">
                <a:latin typeface="Calibri" panose="020F0502020204030204"/>
                <a:cs typeface="Calibri" panose="020F0502020204030204"/>
              </a:rPr>
              <a:t>s</a:t>
            </a:r>
            <a:r>
              <a:rPr sz="2740" spc="8" dirty="0">
                <a:latin typeface="Calibri" panose="020F0502020204030204"/>
                <a:cs typeface="Calibri" panose="020F0502020204030204"/>
              </a:rPr>
              <a:t>e</a:t>
            </a:r>
            <a:r>
              <a:rPr sz="2740" spc="-8" dirty="0">
                <a:latin typeface="Calibri" panose="020F0502020204030204"/>
                <a:cs typeface="Calibri" panose="020F0502020204030204"/>
              </a:rPr>
              <a:t>(</a:t>
            </a:r>
            <a:r>
              <a:rPr sz="2740" spc="-23" dirty="0">
                <a:latin typeface="Calibri" panose="020F0502020204030204"/>
                <a:cs typeface="Calibri" panose="020F0502020204030204"/>
              </a:rPr>
              <a:t>)</a:t>
            </a:r>
            <a:r>
              <a:rPr sz="2740" dirty="0">
                <a:latin typeface="Calibri" panose="020F0502020204030204"/>
                <a:cs typeface="Calibri" panose="020F0502020204030204"/>
              </a:rPr>
              <a:t>;</a:t>
            </a:r>
          </a:p>
          <a:p>
            <a:pPr marL="336550">
              <a:lnSpc>
                <a:spcPts val="3045"/>
              </a:lnSpc>
            </a:pPr>
            <a:r>
              <a:rPr sz="2740" spc="-8" dirty="0">
                <a:latin typeface="Calibri" panose="020F0502020204030204"/>
                <a:cs typeface="Calibri" panose="020F0502020204030204"/>
              </a:rPr>
              <a:t>...</a:t>
            </a:r>
            <a:r>
              <a:rPr sz="2740" spc="-61" dirty="0">
                <a:latin typeface="Calibri" panose="020F0502020204030204"/>
                <a:cs typeface="Calibri" panose="020F0502020204030204"/>
              </a:rPr>
              <a:t> </a:t>
            </a:r>
            <a:r>
              <a:rPr sz="2740" spc="-8" dirty="0">
                <a:latin typeface="Calibri" panose="020F0502020204030204"/>
                <a:cs typeface="Calibri" panose="020F0502020204030204"/>
              </a:rPr>
              <a:t>..</a:t>
            </a:r>
            <a:r>
              <a:rPr sz="2740" spc="-38" dirty="0">
                <a:latin typeface="Calibri" panose="020F0502020204030204"/>
                <a:cs typeface="Calibri" panose="020F0502020204030204"/>
              </a:rPr>
              <a:t> </a:t>
            </a:r>
            <a:r>
              <a:rPr sz="2740" spc="-8" dirty="0">
                <a:latin typeface="Calibri" panose="020F0502020204030204"/>
                <a:cs typeface="Calibri" panose="020F0502020204030204"/>
              </a:rPr>
              <a:t>...</a:t>
            </a:r>
            <a:endParaRPr sz="2740" dirty="0">
              <a:latin typeface="Calibri" panose="020F0502020204030204"/>
              <a:cs typeface="Calibri" panose="020F0502020204030204"/>
            </a:endParaRPr>
          </a:p>
          <a:p>
            <a:pPr marL="19050">
              <a:lnSpc>
                <a:spcPts val="3045"/>
              </a:lnSpc>
            </a:pPr>
            <a:r>
              <a:rPr sz="2740" dirty="0">
                <a:latin typeface="Calibri" panose="020F0502020204030204"/>
                <a:cs typeface="Calibri" panose="020F0502020204030204"/>
              </a:rPr>
              <a:t>}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3315" y="3450167"/>
            <a:ext cx="7250686" cy="60905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192615" y="525103"/>
            <a:ext cx="9644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Structure of Recursive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4103" y="1908126"/>
            <a:ext cx="96440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function statements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base condition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recursion case (recursive call)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96071" y="5004470"/>
            <a:ext cx="15697744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 Recursion</a:t>
            </a:r>
          </a:p>
          <a:p>
            <a:pPr algn="l" rtl="0" fontAlgn="base">
              <a:spcAft>
                <a:spcPts val="750"/>
              </a:spcAft>
            </a:pP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of recursion consists of two objects which are essential for any recursive function. These are: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Recursion Case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US" sz="36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Condition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512095" y="444026"/>
            <a:ext cx="9644062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nSum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n)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base condition to terminate the recursion when N = 0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(n == 0) 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0;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recursive case / recursive call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res = n +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nSum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 - 1);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res;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 = 5;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calling the function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sum = </a:t>
            </a:r>
            <a:r>
              <a:rPr lang="en-I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nSum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 of First %d Natural Numbers: %d", n, sum);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77191" y="6300614"/>
            <a:ext cx="9639300" cy="50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Sum of First 5 Natural Numbers: 15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pic>
        <p:nvPicPr>
          <p:cNvPr id="3076" name="Picture 4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215" y="828006"/>
            <a:ext cx="6496050" cy="614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83903" y="1620094"/>
            <a:ext cx="12385376" cy="207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Recursion Case</a:t>
            </a:r>
          </a:p>
          <a:p>
            <a:pPr algn="l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recursion case refers to the recursive call present in the recursive function. </a:t>
            </a:r>
          </a:p>
          <a:p>
            <a:pPr algn="l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decides what type of recursion will occur and how the problem will be divided into smaller subproblems.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14" y="4231430"/>
            <a:ext cx="12097344" cy="50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recursion case defined in the </a:t>
            </a: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nSum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()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function of the above example is: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024263" y="4968662"/>
            <a:ext cx="9639300" cy="50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int res = n + nSum(n - 1);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783903" y="5987387"/>
            <a:ext cx="13034706" cy="1429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750"/>
              </a:spcAft>
            </a:pPr>
            <a:r>
              <a:rPr lang="en-US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Base Condition</a:t>
            </a:r>
          </a:p>
          <a:p>
            <a:pPr fontAlgn="base">
              <a:spcAft>
                <a:spcPts val="750"/>
              </a:spcAft>
            </a:pPr>
            <a:r>
              <a:rPr lang="en-US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base condition specifies when the recursion is going to terminate. It is the condition that determines the exit point of the recursion.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903" y="7785256"/>
            <a:ext cx="9639300" cy="914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750"/>
              </a:spcAft>
            </a:pPr>
            <a:r>
              <a:rPr lang="en-US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Considering the above example again, the base condition defined for the </a:t>
            </a:r>
            <a:r>
              <a:rPr lang="en-US" dirty="0" err="1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nSum</a:t>
            </a:r>
            <a:r>
              <a:rPr lang="en-US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function: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03391" y="8441179"/>
            <a:ext cx="9639300" cy="132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(n == 0) {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51131" y="8978940"/>
            <a:ext cx="192383" cy="455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3485"/>
              </a:lnSpc>
            </a:pP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5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4343" y="467966"/>
            <a:ext cx="9151332" cy="105142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4000" u="none" spc="-76" dirty="0">
                <a:solidFill>
                  <a:srgbClr val="FF0000"/>
                </a:solidFill>
              </a:rPr>
              <a:t>Example-recursive</a:t>
            </a:r>
            <a:r>
              <a:rPr sz="6700" u="none" spc="-251" dirty="0">
                <a:solidFill>
                  <a:srgbClr val="FF0000"/>
                </a:solidFill>
              </a:rPr>
              <a:t> </a:t>
            </a:r>
            <a:r>
              <a:rPr sz="4000" u="none" spc="-46" dirty="0">
                <a:solidFill>
                  <a:srgbClr val="FF0000"/>
                </a:solidFill>
              </a:rPr>
              <a:t>function</a:t>
            </a:r>
            <a:r>
              <a:rPr lang="en-IN" sz="4000" u="none" spc="-46" dirty="0">
                <a:solidFill>
                  <a:srgbClr val="FF0000"/>
                </a:solidFill>
              </a:rPr>
              <a:t>(factorial program)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06" y="2605878"/>
            <a:ext cx="4897597" cy="6628562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19050" marR="1414145">
              <a:lnSpc>
                <a:spcPct val="135000"/>
              </a:lnSpc>
              <a:spcBef>
                <a:spcPts val="145"/>
              </a:spcBef>
            </a:pP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sz="3655" spc="-1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&lt;stdio.h&gt;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factorial(int</a:t>
            </a:r>
            <a:r>
              <a:rPr sz="3655" spc="-5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i)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1525"/>
              </a:spcBef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30835">
              <a:spcBef>
                <a:spcPts val="1515"/>
              </a:spcBef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if(i</a:t>
            </a:r>
            <a:r>
              <a:rPr sz="3655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  <a:r>
              <a:rPr sz="3655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</a:p>
          <a:p>
            <a:pPr marL="330835">
              <a:spcBef>
                <a:spcPts val="1540"/>
              </a:spcBef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643890">
              <a:spcBef>
                <a:spcPts val="1515"/>
              </a:spcBef>
            </a:pP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655" spc="-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1;</a:t>
            </a:r>
          </a:p>
          <a:p>
            <a:pPr marL="330835">
              <a:spcBef>
                <a:spcPts val="1515"/>
              </a:spcBef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330835">
              <a:spcBef>
                <a:spcPts val="1540"/>
              </a:spcBef>
            </a:pP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b="1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factorial(i</a:t>
            </a:r>
            <a:r>
              <a:rPr sz="3655" b="1" spc="-3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b="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3655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1);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3235" y="3194555"/>
            <a:ext cx="5457349" cy="2748476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  <a:tabLst>
                <a:tab pos="726440" algn="l"/>
              </a:tabLst>
            </a:pP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	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19050"/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29565" marR="7620" indent="104140"/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printf("%d\n",factorial(5));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marL="19050">
              <a:lnSpc>
                <a:spcPts val="3705"/>
              </a:lnSpc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8199" y="539974"/>
            <a:ext cx="13668026" cy="636053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4000" spc="-76" dirty="0">
                <a:solidFill>
                  <a:srgbClr val="FF0000"/>
                </a:solidFill>
              </a:rPr>
              <a:t>Example-recursive</a:t>
            </a:r>
            <a:r>
              <a:rPr sz="4000" spc="-190" dirty="0">
                <a:solidFill>
                  <a:srgbClr val="FF0000"/>
                </a:solidFill>
              </a:rPr>
              <a:t> </a:t>
            </a:r>
            <a:r>
              <a:rPr sz="4000" spc="-53" dirty="0">
                <a:solidFill>
                  <a:srgbClr val="FF0000"/>
                </a:solidFill>
              </a:rPr>
              <a:t>function-how</a:t>
            </a:r>
            <a:r>
              <a:rPr sz="4000" spc="-221" dirty="0">
                <a:solidFill>
                  <a:srgbClr val="FF0000"/>
                </a:solidFill>
              </a:rPr>
              <a:t> </a:t>
            </a:r>
            <a:r>
              <a:rPr sz="4000" spc="-15" dirty="0">
                <a:solidFill>
                  <a:srgbClr val="FF0000"/>
                </a:solidFill>
              </a:rPr>
              <a:t>it</a:t>
            </a:r>
            <a:r>
              <a:rPr sz="4000" spc="-114" dirty="0">
                <a:solidFill>
                  <a:srgbClr val="FF0000"/>
                </a:solidFill>
              </a:rPr>
              <a:t> </a:t>
            </a:r>
            <a:r>
              <a:rPr sz="4000" spc="-69" dirty="0">
                <a:solidFill>
                  <a:srgbClr val="FF0000"/>
                </a:solidFill>
              </a:rPr>
              <a:t>works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1131" y="1928683"/>
            <a:ext cx="3423290" cy="559430"/>
          </a:xfrm>
          <a:prstGeom prst="rect">
            <a:avLst/>
          </a:prstGeom>
        </p:spPr>
        <p:txBody>
          <a:bodyPr vert="horz" wrap="square" lIns="0" tIns="20302" rIns="0" bIns="0" rtlCol="0">
            <a:spAutoFit/>
          </a:bodyPr>
          <a:lstStyle/>
          <a:p>
            <a:pPr marL="19050">
              <a:spcBef>
                <a:spcPts val="160"/>
              </a:spcBef>
            </a:pP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#include</a:t>
            </a:r>
            <a:r>
              <a:rPr sz="3500" b="1" spc="-9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&lt;stdio.h&gt;</a:t>
            </a:r>
            <a:endParaRPr sz="35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1130" y="2462334"/>
            <a:ext cx="5408045" cy="6487655"/>
          </a:xfrm>
          <a:prstGeom prst="rect">
            <a:avLst/>
          </a:prstGeom>
        </p:spPr>
        <p:txBody>
          <a:bodyPr vert="horz" wrap="square" lIns="0" tIns="20302" rIns="0" bIns="0" rtlCol="0">
            <a:spAutoFit/>
          </a:bodyPr>
          <a:lstStyle/>
          <a:p>
            <a:pPr marL="19050">
              <a:spcBef>
                <a:spcPts val="160"/>
              </a:spcBef>
            </a:pPr>
            <a:r>
              <a:rPr sz="350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factorial(int</a:t>
            </a:r>
            <a:r>
              <a:rPr sz="3500" b="1" spc="-5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i)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9050"/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323215"/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if(i</a:t>
            </a:r>
            <a:r>
              <a:rPr sz="3500" b="1" spc="-5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&lt;=</a:t>
            </a:r>
            <a:r>
              <a:rPr sz="3500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IN"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1)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323215"/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626745"/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return</a:t>
            </a:r>
            <a:r>
              <a:rPr sz="3500" b="1" spc="-6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1;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323215"/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323215"/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return</a:t>
            </a:r>
            <a:r>
              <a:rPr sz="3500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3500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*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factorial(i</a:t>
            </a:r>
            <a:r>
              <a:rPr sz="3500" b="1" spc="-69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1);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9050"/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9050">
              <a:tabLst>
                <a:tab pos="720090" algn="l"/>
              </a:tabLst>
            </a:pPr>
            <a:r>
              <a:rPr sz="350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	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main()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19050"/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3500" dirty="0">
              <a:latin typeface="Calibri" panose="020F0502020204030204"/>
              <a:cs typeface="Calibri" panose="020F0502020204030204"/>
            </a:endParaRPr>
          </a:p>
          <a:p>
            <a:pPr marL="323215" marR="7620" indent="101600">
              <a:spcBef>
                <a:spcPts val="10"/>
              </a:spcBef>
            </a:pP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pri</a:t>
            </a:r>
            <a:r>
              <a:rPr sz="3500" b="1" spc="-5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3500" b="1" spc="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("%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3500" b="1" spc="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\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n",</a:t>
            </a:r>
            <a:r>
              <a:rPr sz="3500" b="1" spc="-46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350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3500" b="1" spc="-3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500" b="1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3500" b="1" spc="-23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(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5</a:t>
            </a:r>
            <a:r>
              <a:rPr sz="3500" b="1" spc="-30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);  </a:t>
            </a:r>
            <a:r>
              <a:rPr sz="3500" b="1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return 0;</a:t>
            </a:r>
            <a:endParaRPr sz="350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1107" y="2608106"/>
            <a:ext cx="2900274" cy="27637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477863" y="2965183"/>
            <a:ext cx="10330776" cy="2107533"/>
            <a:chOff x="4675251" y="1947634"/>
            <a:chExt cx="6785609" cy="13843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5251" y="1947634"/>
              <a:ext cx="2371725" cy="3140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3704" y="2252471"/>
              <a:ext cx="2705100" cy="3810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65492" y="2595371"/>
              <a:ext cx="2552700" cy="3810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8635" y="2930651"/>
              <a:ext cx="2561844" cy="40081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285207" y="4068505"/>
            <a:ext cx="915520" cy="441306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4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2*1=2</a:t>
            </a:r>
            <a:endParaRPr sz="27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14955" y="3569076"/>
            <a:ext cx="915520" cy="441306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4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3*2=6</a:t>
            </a:r>
            <a:endParaRPr sz="27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27218" y="3022858"/>
            <a:ext cx="1092437" cy="441306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4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4*6=24</a:t>
            </a:r>
            <a:endParaRPr sz="27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56728" y="2476835"/>
            <a:ext cx="1445303" cy="441306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4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5*24=120</a:t>
            </a:r>
            <a:endParaRPr sz="27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64870" y="3973375"/>
            <a:ext cx="5337471" cy="814977"/>
          </a:xfrm>
          <a:custGeom>
            <a:avLst/>
            <a:gdLst/>
            <a:ahLst/>
            <a:cxnLst/>
            <a:rect l="l" t="t" r="r" b="b"/>
            <a:pathLst>
              <a:path w="3505834" h="535305">
                <a:moveTo>
                  <a:pt x="1066520" y="88709"/>
                </a:moveTo>
                <a:lnTo>
                  <a:pt x="1065657" y="88188"/>
                </a:lnTo>
                <a:lnTo>
                  <a:pt x="1065771" y="88341"/>
                </a:lnTo>
                <a:lnTo>
                  <a:pt x="1066520" y="88709"/>
                </a:lnTo>
                <a:close/>
              </a:path>
              <a:path w="3505834" h="535305">
                <a:moveTo>
                  <a:pt x="2148840" y="108712"/>
                </a:moveTo>
                <a:lnTo>
                  <a:pt x="1754505" y="105156"/>
                </a:lnTo>
                <a:lnTo>
                  <a:pt x="1449070" y="97155"/>
                </a:lnTo>
                <a:lnTo>
                  <a:pt x="1338453" y="92710"/>
                </a:lnTo>
                <a:lnTo>
                  <a:pt x="1268476" y="89027"/>
                </a:lnTo>
                <a:lnTo>
                  <a:pt x="1243711" y="87757"/>
                </a:lnTo>
                <a:lnTo>
                  <a:pt x="1190879" y="84201"/>
                </a:lnTo>
                <a:lnTo>
                  <a:pt x="1147064" y="80518"/>
                </a:lnTo>
                <a:lnTo>
                  <a:pt x="1137666" y="79502"/>
                </a:lnTo>
                <a:lnTo>
                  <a:pt x="1130249" y="78867"/>
                </a:lnTo>
                <a:lnTo>
                  <a:pt x="1128776" y="78740"/>
                </a:lnTo>
                <a:lnTo>
                  <a:pt x="1129030" y="78740"/>
                </a:lnTo>
                <a:lnTo>
                  <a:pt x="1121803" y="77851"/>
                </a:lnTo>
                <a:lnTo>
                  <a:pt x="1120775" y="77724"/>
                </a:lnTo>
                <a:lnTo>
                  <a:pt x="1120902" y="77851"/>
                </a:lnTo>
                <a:lnTo>
                  <a:pt x="1113282" y="76835"/>
                </a:lnTo>
                <a:lnTo>
                  <a:pt x="1113409" y="76835"/>
                </a:lnTo>
                <a:lnTo>
                  <a:pt x="1106551" y="75946"/>
                </a:lnTo>
                <a:lnTo>
                  <a:pt x="1106932" y="75946"/>
                </a:lnTo>
                <a:lnTo>
                  <a:pt x="1100582" y="74930"/>
                </a:lnTo>
                <a:lnTo>
                  <a:pt x="1100709" y="74930"/>
                </a:lnTo>
                <a:lnTo>
                  <a:pt x="1095806" y="74041"/>
                </a:lnTo>
                <a:lnTo>
                  <a:pt x="1095121" y="73914"/>
                </a:lnTo>
                <a:lnTo>
                  <a:pt x="1095502" y="74041"/>
                </a:lnTo>
                <a:lnTo>
                  <a:pt x="1091158" y="73152"/>
                </a:lnTo>
                <a:lnTo>
                  <a:pt x="1090549" y="73025"/>
                </a:lnTo>
                <a:lnTo>
                  <a:pt x="1091057" y="73152"/>
                </a:lnTo>
                <a:lnTo>
                  <a:pt x="1087564" y="72390"/>
                </a:lnTo>
                <a:lnTo>
                  <a:pt x="1087323" y="72351"/>
                </a:lnTo>
                <a:lnTo>
                  <a:pt x="1087069" y="72263"/>
                </a:lnTo>
                <a:lnTo>
                  <a:pt x="1084897" y="71628"/>
                </a:lnTo>
                <a:lnTo>
                  <a:pt x="1084072" y="71374"/>
                </a:lnTo>
                <a:lnTo>
                  <a:pt x="1084884" y="71615"/>
                </a:lnTo>
                <a:lnTo>
                  <a:pt x="1084707" y="71120"/>
                </a:lnTo>
                <a:lnTo>
                  <a:pt x="1084402" y="70866"/>
                </a:lnTo>
                <a:lnTo>
                  <a:pt x="1083792" y="70358"/>
                </a:lnTo>
                <a:lnTo>
                  <a:pt x="1083170" y="69837"/>
                </a:lnTo>
                <a:lnTo>
                  <a:pt x="1083170" y="71043"/>
                </a:lnTo>
                <a:lnTo>
                  <a:pt x="1082992" y="71043"/>
                </a:lnTo>
                <a:lnTo>
                  <a:pt x="1082929" y="70916"/>
                </a:lnTo>
                <a:lnTo>
                  <a:pt x="1083170" y="71043"/>
                </a:lnTo>
                <a:lnTo>
                  <a:pt x="1083170" y="69837"/>
                </a:lnTo>
                <a:lnTo>
                  <a:pt x="1067054" y="62395"/>
                </a:lnTo>
                <a:lnTo>
                  <a:pt x="1067054" y="89027"/>
                </a:lnTo>
                <a:lnTo>
                  <a:pt x="1066101" y="88569"/>
                </a:lnTo>
                <a:lnTo>
                  <a:pt x="1067054" y="89027"/>
                </a:lnTo>
                <a:lnTo>
                  <a:pt x="1066571" y="88747"/>
                </a:lnTo>
                <a:lnTo>
                  <a:pt x="1065796" y="88379"/>
                </a:lnTo>
                <a:lnTo>
                  <a:pt x="1065999" y="88519"/>
                </a:lnTo>
                <a:lnTo>
                  <a:pt x="1065834" y="88430"/>
                </a:lnTo>
                <a:lnTo>
                  <a:pt x="1065657" y="88188"/>
                </a:lnTo>
                <a:lnTo>
                  <a:pt x="1066673" y="88773"/>
                </a:lnTo>
                <a:lnTo>
                  <a:pt x="1067054" y="89027"/>
                </a:lnTo>
                <a:lnTo>
                  <a:pt x="1067054" y="62395"/>
                </a:lnTo>
                <a:lnTo>
                  <a:pt x="1063371" y="61468"/>
                </a:lnTo>
                <a:lnTo>
                  <a:pt x="1004189" y="53594"/>
                </a:lnTo>
                <a:lnTo>
                  <a:pt x="934339" y="48133"/>
                </a:lnTo>
                <a:lnTo>
                  <a:pt x="845185" y="43053"/>
                </a:lnTo>
                <a:lnTo>
                  <a:pt x="660654" y="35560"/>
                </a:lnTo>
                <a:lnTo>
                  <a:pt x="347218" y="28067"/>
                </a:lnTo>
                <a:lnTo>
                  <a:pt x="76276" y="25450"/>
                </a:lnTo>
                <a:lnTo>
                  <a:pt x="76327" y="0"/>
                </a:lnTo>
                <a:lnTo>
                  <a:pt x="0" y="37973"/>
                </a:lnTo>
                <a:lnTo>
                  <a:pt x="76200" y="76200"/>
                </a:lnTo>
                <a:lnTo>
                  <a:pt x="76238" y="50850"/>
                </a:lnTo>
                <a:lnTo>
                  <a:pt x="100584" y="50927"/>
                </a:lnTo>
                <a:lnTo>
                  <a:pt x="249682" y="52070"/>
                </a:lnTo>
                <a:lnTo>
                  <a:pt x="346837" y="53467"/>
                </a:lnTo>
                <a:lnTo>
                  <a:pt x="659765" y="60960"/>
                </a:lnTo>
                <a:lnTo>
                  <a:pt x="843788" y="68453"/>
                </a:lnTo>
                <a:lnTo>
                  <a:pt x="892454" y="71132"/>
                </a:lnTo>
                <a:lnTo>
                  <a:pt x="932561" y="73533"/>
                </a:lnTo>
                <a:lnTo>
                  <a:pt x="991616" y="77978"/>
                </a:lnTo>
                <a:lnTo>
                  <a:pt x="1001776" y="78994"/>
                </a:lnTo>
                <a:lnTo>
                  <a:pt x="1001776" y="78867"/>
                </a:lnTo>
                <a:lnTo>
                  <a:pt x="1011047" y="79883"/>
                </a:lnTo>
                <a:lnTo>
                  <a:pt x="1019810" y="80772"/>
                </a:lnTo>
                <a:lnTo>
                  <a:pt x="1028192" y="81788"/>
                </a:lnTo>
                <a:lnTo>
                  <a:pt x="1027938" y="81788"/>
                </a:lnTo>
                <a:lnTo>
                  <a:pt x="1035558" y="82677"/>
                </a:lnTo>
                <a:lnTo>
                  <a:pt x="1035431" y="82677"/>
                </a:lnTo>
                <a:lnTo>
                  <a:pt x="1042289" y="83693"/>
                </a:lnTo>
                <a:lnTo>
                  <a:pt x="1042162" y="83566"/>
                </a:lnTo>
                <a:lnTo>
                  <a:pt x="1048512" y="84582"/>
                </a:lnTo>
                <a:lnTo>
                  <a:pt x="1048258" y="84582"/>
                </a:lnTo>
                <a:lnTo>
                  <a:pt x="1053719" y="85471"/>
                </a:lnTo>
                <a:lnTo>
                  <a:pt x="1053465" y="85471"/>
                </a:lnTo>
                <a:lnTo>
                  <a:pt x="1058291" y="86360"/>
                </a:lnTo>
                <a:lnTo>
                  <a:pt x="1057910" y="86233"/>
                </a:lnTo>
                <a:lnTo>
                  <a:pt x="1061466" y="87122"/>
                </a:lnTo>
                <a:lnTo>
                  <a:pt x="1061948" y="87249"/>
                </a:lnTo>
                <a:lnTo>
                  <a:pt x="1063993" y="87782"/>
                </a:lnTo>
                <a:lnTo>
                  <a:pt x="1064234" y="88341"/>
                </a:lnTo>
                <a:lnTo>
                  <a:pt x="1102868" y="101092"/>
                </a:lnTo>
                <a:lnTo>
                  <a:pt x="1135253" y="104902"/>
                </a:lnTo>
                <a:lnTo>
                  <a:pt x="1135126" y="104775"/>
                </a:lnTo>
                <a:lnTo>
                  <a:pt x="1154938" y="106807"/>
                </a:lnTo>
                <a:lnTo>
                  <a:pt x="1214628" y="111252"/>
                </a:lnTo>
                <a:lnTo>
                  <a:pt x="1303782" y="116459"/>
                </a:lnTo>
                <a:lnTo>
                  <a:pt x="1448181" y="122555"/>
                </a:lnTo>
                <a:lnTo>
                  <a:pt x="1753997" y="130556"/>
                </a:lnTo>
                <a:lnTo>
                  <a:pt x="2148713" y="133985"/>
                </a:lnTo>
                <a:lnTo>
                  <a:pt x="2148840" y="108712"/>
                </a:lnTo>
                <a:close/>
              </a:path>
              <a:path w="3505834" h="535305">
                <a:moveTo>
                  <a:pt x="3505708" y="442849"/>
                </a:moveTo>
                <a:lnTo>
                  <a:pt x="3480308" y="424611"/>
                </a:lnTo>
                <a:lnTo>
                  <a:pt x="3480308" y="445008"/>
                </a:lnTo>
                <a:lnTo>
                  <a:pt x="3480270" y="445173"/>
                </a:lnTo>
                <a:lnTo>
                  <a:pt x="3480308" y="445008"/>
                </a:lnTo>
                <a:lnTo>
                  <a:pt x="3480308" y="424611"/>
                </a:lnTo>
                <a:lnTo>
                  <a:pt x="3419094" y="414274"/>
                </a:lnTo>
                <a:lnTo>
                  <a:pt x="3349879" y="407162"/>
                </a:lnTo>
                <a:lnTo>
                  <a:pt x="3260979" y="400304"/>
                </a:lnTo>
                <a:lnTo>
                  <a:pt x="2962656" y="384556"/>
                </a:lnTo>
                <a:lnTo>
                  <a:pt x="2310638" y="364744"/>
                </a:lnTo>
                <a:lnTo>
                  <a:pt x="1405293" y="354749"/>
                </a:lnTo>
                <a:lnTo>
                  <a:pt x="1405382" y="329311"/>
                </a:lnTo>
                <a:lnTo>
                  <a:pt x="1329055" y="367284"/>
                </a:lnTo>
                <a:lnTo>
                  <a:pt x="1405128" y="405511"/>
                </a:lnTo>
                <a:lnTo>
                  <a:pt x="1405204" y="380149"/>
                </a:lnTo>
                <a:lnTo>
                  <a:pt x="2310003" y="390144"/>
                </a:lnTo>
                <a:lnTo>
                  <a:pt x="2961513" y="409829"/>
                </a:lnTo>
                <a:lnTo>
                  <a:pt x="3152394" y="419227"/>
                </a:lnTo>
                <a:lnTo>
                  <a:pt x="3259074" y="425704"/>
                </a:lnTo>
                <a:lnTo>
                  <a:pt x="3305810" y="429133"/>
                </a:lnTo>
                <a:lnTo>
                  <a:pt x="3347593" y="432562"/>
                </a:lnTo>
                <a:lnTo>
                  <a:pt x="3416173" y="439547"/>
                </a:lnTo>
                <a:lnTo>
                  <a:pt x="3415919" y="439547"/>
                </a:lnTo>
                <a:lnTo>
                  <a:pt x="3442462" y="442976"/>
                </a:lnTo>
                <a:lnTo>
                  <a:pt x="3441954" y="442976"/>
                </a:lnTo>
                <a:lnTo>
                  <a:pt x="3462147" y="446405"/>
                </a:lnTo>
                <a:lnTo>
                  <a:pt x="3477323" y="450088"/>
                </a:lnTo>
                <a:lnTo>
                  <a:pt x="3478199" y="450367"/>
                </a:lnTo>
                <a:lnTo>
                  <a:pt x="3478365" y="450088"/>
                </a:lnTo>
                <a:lnTo>
                  <a:pt x="3478542" y="449707"/>
                </a:lnTo>
                <a:lnTo>
                  <a:pt x="3478390" y="450062"/>
                </a:lnTo>
                <a:lnTo>
                  <a:pt x="3478263" y="450392"/>
                </a:lnTo>
                <a:lnTo>
                  <a:pt x="3478149" y="450596"/>
                </a:lnTo>
                <a:lnTo>
                  <a:pt x="3478199" y="450367"/>
                </a:lnTo>
                <a:lnTo>
                  <a:pt x="3478060" y="450596"/>
                </a:lnTo>
                <a:lnTo>
                  <a:pt x="3476866" y="452551"/>
                </a:lnTo>
                <a:lnTo>
                  <a:pt x="3476714" y="452755"/>
                </a:lnTo>
                <a:lnTo>
                  <a:pt x="3475088" y="454825"/>
                </a:lnTo>
                <a:lnTo>
                  <a:pt x="3474631" y="455295"/>
                </a:lnTo>
                <a:lnTo>
                  <a:pt x="3473132" y="456844"/>
                </a:lnTo>
                <a:lnTo>
                  <a:pt x="3465182" y="463448"/>
                </a:lnTo>
                <a:lnTo>
                  <a:pt x="3465030" y="463550"/>
                </a:lnTo>
                <a:lnTo>
                  <a:pt x="3456635" y="468985"/>
                </a:lnTo>
                <a:lnTo>
                  <a:pt x="3444621" y="475234"/>
                </a:lnTo>
                <a:lnTo>
                  <a:pt x="3445510" y="474853"/>
                </a:lnTo>
                <a:lnTo>
                  <a:pt x="3431540" y="480949"/>
                </a:lnTo>
                <a:lnTo>
                  <a:pt x="3432302" y="480695"/>
                </a:lnTo>
                <a:lnTo>
                  <a:pt x="3416935" y="486283"/>
                </a:lnTo>
                <a:lnTo>
                  <a:pt x="3417570" y="486156"/>
                </a:lnTo>
                <a:lnTo>
                  <a:pt x="3400806" y="491363"/>
                </a:lnTo>
                <a:lnTo>
                  <a:pt x="3401441" y="491236"/>
                </a:lnTo>
                <a:lnTo>
                  <a:pt x="3384042" y="495808"/>
                </a:lnTo>
                <a:lnTo>
                  <a:pt x="3383534" y="495935"/>
                </a:lnTo>
                <a:lnTo>
                  <a:pt x="3383877" y="495846"/>
                </a:lnTo>
                <a:lnTo>
                  <a:pt x="3383457" y="495935"/>
                </a:lnTo>
                <a:lnTo>
                  <a:pt x="3365119" y="499999"/>
                </a:lnTo>
                <a:lnTo>
                  <a:pt x="3365500" y="499872"/>
                </a:lnTo>
                <a:lnTo>
                  <a:pt x="3345815" y="503428"/>
                </a:lnTo>
                <a:lnTo>
                  <a:pt x="3346323" y="503301"/>
                </a:lnTo>
                <a:lnTo>
                  <a:pt x="3325876" y="506095"/>
                </a:lnTo>
                <a:lnTo>
                  <a:pt x="3326384" y="506095"/>
                </a:lnTo>
                <a:lnTo>
                  <a:pt x="3305556" y="508254"/>
                </a:lnTo>
                <a:lnTo>
                  <a:pt x="3306064" y="508127"/>
                </a:lnTo>
                <a:lnTo>
                  <a:pt x="3284855" y="509397"/>
                </a:lnTo>
                <a:lnTo>
                  <a:pt x="3285363" y="509397"/>
                </a:lnTo>
                <a:lnTo>
                  <a:pt x="3263900" y="509905"/>
                </a:lnTo>
                <a:lnTo>
                  <a:pt x="3264408" y="535178"/>
                </a:lnTo>
                <a:lnTo>
                  <a:pt x="3286125" y="534797"/>
                </a:lnTo>
                <a:lnTo>
                  <a:pt x="3307842" y="533527"/>
                </a:lnTo>
                <a:lnTo>
                  <a:pt x="3350006" y="528447"/>
                </a:lnTo>
                <a:lnTo>
                  <a:pt x="3389757" y="520573"/>
                </a:lnTo>
                <a:lnTo>
                  <a:pt x="3431006" y="508254"/>
                </a:lnTo>
                <a:lnTo>
                  <a:pt x="3441446" y="504444"/>
                </a:lnTo>
                <a:lnTo>
                  <a:pt x="3443732" y="503428"/>
                </a:lnTo>
                <a:lnTo>
                  <a:pt x="3451466" y="499999"/>
                </a:lnTo>
                <a:lnTo>
                  <a:pt x="3456051" y="497967"/>
                </a:lnTo>
                <a:lnTo>
                  <a:pt x="3460165" y="495808"/>
                </a:lnTo>
                <a:lnTo>
                  <a:pt x="3468878" y="491236"/>
                </a:lnTo>
                <a:lnTo>
                  <a:pt x="3469132" y="491109"/>
                </a:lnTo>
                <a:lnTo>
                  <a:pt x="3476764" y="486156"/>
                </a:lnTo>
                <a:lnTo>
                  <a:pt x="3480689" y="483616"/>
                </a:lnTo>
                <a:lnTo>
                  <a:pt x="3484232" y="480695"/>
                </a:lnTo>
                <a:lnTo>
                  <a:pt x="3490087" y="475869"/>
                </a:lnTo>
                <a:lnTo>
                  <a:pt x="3491065" y="474853"/>
                </a:lnTo>
                <a:lnTo>
                  <a:pt x="3494532" y="471297"/>
                </a:lnTo>
                <a:lnTo>
                  <a:pt x="3495865" y="469519"/>
                </a:lnTo>
                <a:lnTo>
                  <a:pt x="3496348" y="468884"/>
                </a:lnTo>
                <a:lnTo>
                  <a:pt x="3498088" y="466598"/>
                </a:lnTo>
                <a:lnTo>
                  <a:pt x="3500424" y="462788"/>
                </a:lnTo>
                <a:lnTo>
                  <a:pt x="3501136" y="461645"/>
                </a:lnTo>
                <a:lnTo>
                  <a:pt x="3502901" y="457708"/>
                </a:lnTo>
                <a:lnTo>
                  <a:pt x="3503358" y="456692"/>
                </a:lnTo>
                <a:lnTo>
                  <a:pt x="3503422" y="456565"/>
                </a:lnTo>
                <a:lnTo>
                  <a:pt x="3504107" y="454152"/>
                </a:lnTo>
                <a:lnTo>
                  <a:pt x="3504374" y="453263"/>
                </a:lnTo>
                <a:lnTo>
                  <a:pt x="3504514" y="452755"/>
                </a:lnTo>
                <a:lnTo>
                  <a:pt x="3505035" y="450977"/>
                </a:lnTo>
                <a:lnTo>
                  <a:pt x="3505149" y="449834"/>
                </a:lnTo>
                <a:lnTo>
                  <a:pt x="3505530" y="445008"/>
                </a:lnTo>
                <a:lnTo>
                  <a:pt x="3505619" y="443865"/>
                </a:lnTo>
                <a:lnTo>
                  <a:pt x="3505708" y="44284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4070"/>
          </a:p>
        </p:txBody>
      </p:sp>
      <p:sp>
        <p:nvSpPr>
          <p:cNvPr id="17" name="object 17"/>
          <p:cNvSpPr txBox="1"/>
          <p:nvPr/>
        </p:nvSpPr>
        <p:spPr>
          <a:xfrm>
            <a:off x="1451131" y="8978940"/>
            <a:ext cx="192383" cy="455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3485"/>
              </a:lnSpc>
            </a:pPr>
            <a:r>
              <a:rPr sz="3500" b="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35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08039" y="946981"/>
            <a:ext cx="9644062" cy="873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 1)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fibonacci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- 1)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fibonacci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- 2);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n;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the number of terms in the Fibonacci sequence: ");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&amp;n);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("Fibonacci Sequence:\n");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3696131" y="302987"/>
            <a:ext cx="11889512" cy="636053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>
            <a:lvl1pPr algn="ctr" defTabSz="929005" rtl="0" eaLnBrk="1" latinLnBrk="0" hangingPunct="1">
              <a:spcBef>
                <a:spcPct val="0"/>
              </a:spcBef>
              <a:buNone/>
              <a:defRPr sz="447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>
              <a:spcBef>
                <a:spcPts val="160"/>
              </a:spcBef>
            </a:pPr>
            <a:r>
              <a:rPr lang="en-IN" sz="4000" spc="-76" dirty="0">
                <a:solidFill>
                  <a:srgbClr val="FF0000"/>
                </a:solidFill>
              </a:rPr>
              <a:t>Example-recursive</a:t>
            </a:r>
            <a:r>
              <a:rPr lang="en-IN" sz="4000" spc="-251" dirty="0">
                <a:solidFill>
                  <a:srgbClr val="FF0000"/>
                </a:solidFill>
              </a:rPr>
              <a:t> </a:t>
            </a:r>
            <a:r>
              <a:rPr lang="en-IN" sz="4000" spc="-46" dirty="0">
                <a:solidFill>
                  <a:srgbClr val="FF0000"/>
                </a:solidFill>
              </a:rPr>
              <a:t>function(Fibonacci series)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16951" y="3475044"/>
            <a:ext cx="9644062" cy="173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number of terms in the Fibonacci sequence: 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Fibonacci Sequence: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0 1 1 2 3 5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4223" y="611982"/>
            <a:ext cx="12437343" cy="636053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  <a:tabLst>
                <a:tab pos="3081655" algn="l"/>
              </a:tabLst>
            </a:pPr>
            <a:r>
              <a:rPr sz="4000" u="heavy" spc="-9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sz="4000" u="heavy" spc="-137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u="heavy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4000" u="heavy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u="heavy" spc="-53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000" u="heavy" spc="-213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u="heavy" spc="-84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argument-example</a:t>
            </a:r>
            <a:endParaRPr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0007" y="4788446"/>
            <a:ext cx="8294785" cy="3320427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  <a:tabLst>
                <a:tab pos="5816600" algn="l"/>
              </a:tabLst>
            </a:pPr>
            <a:r>
              <a:rPr sz="3655" spc="-15" dirty="0">
                <a:latin typeface="Calibri" panose="020F0502020204030204"/>
                <a:cs typeface="Calibri" panose="020F0502020204030204"/>
              </a:rPr>
              <a:t>void</a:t>
            </a:r>
            <a:r>
              <a:rPr sz="3655" spc="53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function_name(datatype	arrayname[])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/>
            <a:r>
              <a:rPr sz="3655" dirty="0">
                <a:latin typeface="Calibri" panose="020F0502020204030204"/>
                <a:cs typeface="Calibri" panose="020F0502020204030204"/>
              </a:rPr>
              <a:t>{</a:t>
            </a:r>
          </a:p>
          <a:p>
            <a:pPr marL="329565"/>
            <a:r>
              <a:rPr lang="en-IN" sz="3655" dirty="0">
                <a:latin typeface="Calibri" panose="020F0502020204030204"/>
                <a:cs typeface="Calibri" panose="020F0502020204030204"/>
              </a:rPr>
              <a:t>……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329565"/>
            <a:r>
              <a:rPr lang="en-IN" sz="3655" dirty="0">
                <a:latin typeface="Calibri" panose="020F0502020204030204"/>
                <a:cs typeface="Calibri" panose="020F0502020204030204"/>
              </a:rPr>
              <a:t>……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329565">
              <a:lnSpc>
                <a:spcPts val="4050"/>
              </a:lnSpc>
            </a:pPr>
            <a:r>
              <a:rPr lang="en-IN" sz="3655" dirty="0">
                <a:latin typeface="Calibri" panose="020F0502020204030204"/>
                <a:cs typeface="Calibri" panose="020F0502020204030204"/>
              </a:rPr>
              <a:t>…….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lnSpc>
                <a:spcPts val="4050"/>
              </a:lnSpc>
            </a:pPr>
            <a:r>
              <a:rPr sz="3655" dirty="0">
                <a:latin typeface="Calibri" panose="020F0502020204030204"/>
                <a:cs typeface="Calibri" panose="020F0502020204030204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80507" y="4378449"/>
            <a:ext cx="5668101" cy="3320427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655" spc="-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19050"/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29565"/>
            <a:r>
              <a:rPr lang="en-IN"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9565"/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function_name(arrayname);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9565">
              <a:lnSpc>
                <a:spcPts val="4050"/>
              </a:lnSpc>
            </a:pPr>
            <a:r>
              <a:rPr lang="en-IN"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…….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lnSpc>
                <a:spcPts val="4050"/>
              </a:lnSpc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20007" y="1730811"/>
            <a:ext cx="14570011" cy="1361031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367665" indent="-349250">
              <a:spcBef>
                <a:spcPts val="145"/>
              </a:spcBef>
              <a:buFont typeface="Arial MT"/>
              <a:buChar char="•"/>
              <a:tabLst>
                <a:tab pos="368300" algn="l"/>
                <a:tab pos="7429500" algn="l"/>
              </a:tabLst>
            </a:pPr>
            <a:r>
              <a:rPr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programming,</a:t>
            </a:r>
            <a:r>
              <a:rPr sz="3600" spc="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36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IN"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3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36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argument.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10470">
              <a:lnSpc>
                <a:spcPts val="2700"/>
              </a:lnSpc>
              <a:spcBef>
                <a:spcPts val="3420"/>
              </a:spcBef>
            </a:pPr>
            <a:endParaRPr sz="274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64023" y="2588178"/>
            <a:ext cx="96382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function(type </a:t>
            </a:r>
            <a:r>
              <a:rPr lang="en-US" sz="3600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arrayname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function(type </a:t>
            </a:r>
            <a:r>
              <a:rPr lang="en-US" sz="3600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arrayname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[SIZE])  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5762" y="333857"/>
            <a:ext cx="12390249" cy="636053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  <a:tabLst>
                <a:tab pos="3081655" algn="l"/>
              </a:tabLst>
            </a:pPr>
            <a:r>
              <a:rPr sz="4000" spc="-9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sz="4000" spc="-137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400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3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4000" spc="-213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84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argument-example</a:t>
            </a:r>
            <a:endParaRPr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1575991" y="1532032"/>
            <a:ext cx="9303588" cy="7376923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0" indent="0">
              <a:lnSpc>
                <a:spcPts val="5420"/>
              </a:lnSpc>
              <a:spcBef>
                <a:spcPts val="150"/>
              </a:spcBef>
              <a:buNone/>
            </a:pPr>
            <a:r>
              <a:rPr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spc="-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&lt;stdio.h&gt;</a:t>
            </a:r>
          </a:p>
          <a:p>
            <a:pPr marL="0" indent="0">
              <a:lnSpc>
                <a:spcPts val="5360"/>
              </a:lnSpc>
              <a:buNone/>
            </a:pPr>
            <a:r>
              <a:rPr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spc="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display(int</a:t>
            </a:r>
            <a:r>
              <a:rPr spc="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marks[])</a:t>
            </a:r>
          </a:p>
          <a:p>
            <a:pPr marL="0" indent="0">
              <a:lnSpc>
                <a:spcPts val="5365"/>
              </a:lnSpc>
              <a:buNone/>
            </a:pPr>
            <a:r>
              <a:rPr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ts val="5360"/>
              </a:lnSpc>
              <a:buNone/>
            </a:pPr>
            <a:r>
              <a:rPr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pc="-6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i=0;</a:t>
            </a:r>
          </a:p>
          <a:p>
            <a:pPr marL="63500" indent="0">
              <a:lnSpc>
                <a:spcPts val="5350"/>
              </a:lnSpc>
              <a:buNone/>
            </a:pPr>
            <a:r>
              <a:rPr spc="-30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</a:t>
            </a:r>
            <a:r>
              <a:rPr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i&lt;6;</a:t>
            </a:r>
            <a:r>
              <a:rPr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i++)</a:t>
            </a:r>
          </a:p>
          <a:p>
            <a:pPr marL="585470" indent="0">
              <a:lnSpc>
                <a:spcPts val="5365"/>
              </a:lnSpc>
              <a:buNone/>
            </a:pPr>
            <a:r>
              <a:rPr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ts val="5365"/>
              </a:lnSpc>
              <a:buNone/>
            </a:pPr>
            <a:r>
              <a:rPr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</a:t>
            </a:r>
            <a:r>
              <a:rPr spc="-6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%d",marks[i]);</a:t>
            </a:r>
          </a:p>
          <a:p>
            <a:pPr marL="585470" indent="0">
              <a:lnSpc>
                <a:spcPts val="5350"/>
              </a:lnSpc>
              <a:buNone/>
            </a:pPr>
            <a:r>
              <a:rPr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ts val="5420"/>
              </a:lnSpc>
              <a:buNone/>
            </a:pPr>
            <a:r>
              <a:rPr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27925" y="1595462"/>
            <a:ext cx="9077859" cy="2107468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lnSpc>
                <a:spcPts val="5420"/>
              </a:lnSpc>
              <a:spcBef>
                <a:spcPts val="150"/>
              </a:spcBef>
            </a:pPr>
            <a:r>
              <a:rPr sz="4570" b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4570" b="1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57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r>
              <a:rPr sz="457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5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45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3560">
              <a:lnSpc>
                <a:spcPts val="5420"/>
              </a:lnSpc>
            </a:pPr>
            <a:r>
              <a:rPr sz="4570" b="1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4570" b="1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570" b="1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  <a:r>
              <a:rPr sz="45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sz="4570" b="1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5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570" b="1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5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{56,89,76,98,95,56};</a:t>
            </a:r>
            <a:endParaRPr sz="45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3560"/>
            <a:r>
              <a:rPr sz="457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display(</a:t>
            </a:r>
            <a:r>
              <a:rPr lang="en-IN" sz="457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  <a:r>
              <a:rPr sz="4570" b="1" spc="-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sz="45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80847" y="3766360"/>
            <a:ext cx="2139436" cy="1426063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457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4570" b="1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5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sz="45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84903" y="4488833"/>
            <a:ext cx="238789" cy="145171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endParaRPr lang="en-US" sz="4570" b="1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50"/>
              </a:spcBef>
            </a:pPr>
            <a:r>
              <a:rPr sz="4570" b="1" dirty="0">
                <a:latin typeface="Calibri" panose="020F0502020204030204"/>
                <a:cs typeface="Calibri" panose="020F0502020204030204"/>
              </a:rPr>
              <a:t>}</a:t>
            </a:r>
            <a:endParaRPr sz="457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20007" y="1404070"/>
            <a:ext cx="963827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print(int m, int n, int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[m][n])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m;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for (j = 0; j &lt; n;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][j]);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927" y="1194217"/>
            <a:ext cx="96382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[3][3] = {{1, 2, 3}, {4, 5, 6}, {7, 8, 9}};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 = 3, n = 3;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print(m, n,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6991" y="4954681"/>
            <a:ext cx="9712410" cy="173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1 2 3</a:t>
            </a:r>
          </a:p>
          <a:p>
            <a:r>
              <a:rPr lang="en-IN" dirty="0"/>
              <a:t>4 5 6</a:t>
            </a:r>
          </a:p>
          <a:p>
            <a:r>
              <a:rPr lang="en-IN" dirty="0"/>
              <a:t>7 8 9</a:t>
            </a:r>
          </a:p>
        </p:txBody>
      </p:sp>
      <p:sp>
        <p:nvSpPr>
          <p:cNvPr id="9" name="object 3"/>
          <p:cNvSpPr txBox="1"/>
          <p:nvPr/>
        </p:nvSpPr>
        <p:spPr>
          <a:xfrm>
            <a:off x="3445762" y="333857"/>
            <a:ext cx="12390249" cy="636053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>
            <a:lvl1pPr algn="ctr" defTabSz="929005" rtl="0" eaLnBrk="1" latinLnBrk="0" hangingPunct="1">
              <a:spcBef>
                <a:spcPct val="0"/>
              </a:spcBef>
              <a:buNone/>
              <a:defRPr sz="447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>
              <a:spcBef>
                <a:spcPts val="160"/>
              </a:spcBef>
              <a:tabLst>
                <a:tab pos="3081655" algn="l"/>
              </a:tabLst>
            </a:pPr>
            <a:r>
              <a:rPr lang="en-IN" sz="4000" spc="-9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2D Array</a:t>
            </a:r>
            <a:r>
              <a:rPr lang="en-IN" sz="4000" spc="-137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IN" sz="4000" spc="-53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N" sz="4000" spc="-213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spc="-84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argument-example</a:t>
            </a:r>
            <a:endPara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60567" y="686104"/>
            <a:ext cx="4736148" cy="75916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4800" spc="-15" dirty="0">
                <a:solidFill>
                  <a:srgbClr val="FF0000"/>
                </a:solidFill>
              </a:rPr>
              <a:t>Local</a:t>
            </a:r>
            <a:r>
              <a:rPr sz="4800" spc="-114" dirty="0">
                <a:solidFill>
                  <a:srgbClr val="FF0000"/>
                </a:solidFill>
              </a:rPr>
              <a:t> </a:t>
            </a:r>
            <a:r>
              <a:rPr sz="4800" spc="-4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92015" y="1591398"/>
            <a:ext cx="15107529" cy="6499572"/>
          </a:xfrm>
          <a:prstGeom prst="rect">
            <a:avLst/>
          </a:prstGeom>
        </p:spPr>
        <p:txBody>
          <a:bodyPr vert="horz" wrap="square" lIns="0" tIns="140180" rIns="0" bIns="0" rtlCol="0">
            <a:spAutoFit/>
          </a:bodyPr>
          <a:lstStyle/>
          <a:p>
            <a:pPr marL="367665" marR="7620" indent="-349250">
              <a:lnSpc>
                <a:spcPct val="80000"/>
              </a:lnSpc>
              <a:spcBef>
                <a:spcPts val="1105"/>
              </a:spcBef>
              <a:buFont typeface="Arial MT"/>
              <a:buChar char="•"/>
              <a:tabLst>
                <a:tab pos="368300" algn="l"/>
              </a:tabLst>
            </a:pP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variables </a:t>
            </a:r>
            <a:r>
              <a:rPr sz="396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 </a:t>
            </a: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a 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/function </a:t>
            </a:r>
            <a:r>
              <a:rPr sz="396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 </a:t>
            </a:r>
            <a:r>
              <a:rPr sz="39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3960" spc="-8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sz="396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/function.They</a:t>
            </a:r>
            <a:r>
              <a:rPr sz="396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96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</a:t>
            </a:r>
            <a:r>
              <a:rPr sz="396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</a:t>
            </a:r>
            <a:r>
              <a:rPr sz="396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396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block/function</a:t>
            </a:r>
            <a:endParaRPr sz="3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11329670">
              <a:lnSpc>
                <a:spcPct val="112000"/>
              </a:lnSpc>
            </a:pPr>
            <a:endParaRPr lang="en-IN" sz="3960" spc="-8" dirty="0">
              <a:latin typeface="Calibri" panose="020F0502020204030204"/>
              <a:cs typeface="Calibri" panose="020F0502020204030204"/>
            </a:endParaRPr>
          </a:p>
          <a:p>
            <a:pPr marL="19050" marR="11329670">
              <a:lnSpc>
                <a:spcPct val="112000"/>
              </a:lnSpc>
            </a:pP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sz="396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&lt;stdio.h&gt; </a:t>
            </a:r>
            <a:r>
              <a:rPr sz="3960" spc="-8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96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19050">
              <a:spcBef>
                <a:spcPts val="565"/>
              </a:spcBef>
            </a:pP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32715" marR="11616690">
              <a:lnSpc>
                <a:spcPct val="112000"/>
              </a:lnSpc>
              <a:spcBef>
                <a:spcPts val="25"/>
              </a:spcBef>
              <a:tabLst>
                <a:tab pos="1197610" algn="l"/>
                <a:tab pos="3320415" algn="l"/>
              </a:tabLst>
            </a:pP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sz="396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i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	</a:t>
            </a:r>
            <a:endParaRPr lang="en-IN" sz="3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715" marR="11616690">
              <a:lnSpc>
                <a:spcPct val="112000"/>
              </a:lnSpc>
              <a:spcBef>
                <a:spcPts val="25"/>
              </a:spcBef>
              <a:tabLst>
                <a:tab pos="1197610" algn="l"/>
                <a:tab pos="3320415" algn="l"/>
              </a:tabLst>
            </a:pPr>
            <a:r>
              <a:rPr sz="396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396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("%d",i); </a:t>
            </a: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96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marL="19050">
              <a:lnSpc>
                <a:spcPts val="4735"/>
              </a:lnSpc>
            </a:pPr>
            <a:r>
              <a:rPr sz="39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79107" y="395958"/>
            <a:ext cx="6123559" cy="105142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6700" spc="-8" dirty="0">
                <a:solidFill>
                  <a:srgbClr val="FF0000"/>
                </a:solidFill>
              </a:rPr>
              <a:t>Global</a:t>
            </a:r>
            <a:r>
              <a:rPr sz="6700" spc="-122" dirty="0">
                <a:solidFill>
                  <a:srgbClr val="FF0000"/>
                </a:solidFill>
              </a:rPr>
              <a:t> </a:t>
            </a:r>
            <a:r>
              <a:rPr sz="6700" spc="-46" dirty="0">
                <a:solidFill>
                  <a:srgbClr val="FF0000"/>
                </a:solidFill>
              </a:rPr>
              <a:t>Variable</a:t>
            </a:r>
            <a:endParaRPr sz="6700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967" y="1860755"/>
            <a:ext cx="16417824" cy="7413640"/>
          </a:xfrm>
          <a:prstGeom prst="rect">
            <a:avLst/>
          </a:prstGeom>
        </p:spPr>
        <p:txBody>
          <a:bodyPr vert="horz" wrap="square" lIns="0" tIns="185618" rIns="0" bIns="0" rtlCol="0">
            <a:spAutoFit/>
          </a:bodyPr>
          <a:lstStyle/>
          <a:p>
            <a:pPr marL="367665" marR="7620" indent="-349250">
              <a:lnSpc>
                <a:spcPct val="70000"/>
              </a:lnSpc>
              <a:spcBef>
                <a:spcPts val="1460"/>
              </a:spcBef>
              <a:buFont typeface="Arial MT"/>
              <a:buChar char="•"/>
              <a:tabLst>
                <a:tab pos="368300" algn="l"/>
              </a:tabLst>
            </a:pP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sz="3655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3655" spc="-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3655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program.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5"/>
              </a:spcBef>
            </a:pPr>
            <a:endParaRPr sz="37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11095990">
              <a:lnSpc>
                <a:spcPct val="105000"/>
              </a:lnSpc>
              <a:spcBef>
                <a:spcPts val="10"/>
              </a:spcBef>
            </a:pP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sz="3655" spc="-1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3655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3655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11095990">
              <a:lnSpc>
                <a:spcPct val="105000"/>
              </a:lnSpc>
              <a:spcBef>
                <a:spcPts val="10"/>
              </a:spcBef>
            </a:pP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x=20;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200"/>
              </a:spcBef>
            </a:pP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655" spc="-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19050">
              <a:spcBef>
                <a:spcPts val="220"/>
              </a:spcBef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22555">
              <a:spcBef>
                <a:spcPts val="205"/>
              </a:spcBef>
              <a:tabLst>
                <a:tab pos="1099820" algn="l"/>
                <a:tab pos="4233545" algn="l"/>
              </a:tabLst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	</a:t>
            </a:r>
            <a:endParaRPr lang="en-IN"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2555">
              <a:spcBef>
                <a:spcPts val="205"/>
              </a:spcBef>
              <a:tabLst>
                <a:tab pos="1099820" algn="l"/>
                <a:tab pos="4233545" algn="l"/>
              </a:tabLst>
            </a:pPr>
            <a:r>
              <a:rPr sz="3655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("%d",x);	</a:t>
            </a:r>
            <a:endParaRPr lang="en-IN" sz="3655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2555">
              <a:spcBef>
                <a:spcPts val="205"/>
              </a:spcBef>
              <a:tabLst>
                <a:tab pos="1099820" algn="l"/>
                <a:tab pos="4233545" algn="l"/>
              </a:tabLst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330835" marR="11405870" indent="-312420">
              <a:lnSpc>
                <a:spcPts val="4600"/>
              </a:lnSpc>
              <a:spcBef>
                <a:spcPts val="175"/>
              </a:spcBef>
            </a:pP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65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"\n%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d",x);  </a:t>
            </a:r>
            <a:endParaRPr lang="en-IN"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0835" marR="11405870" indent="-312420">
              <a:lnSpc>
                <a:spcPts val="4600"/>
              </a:lnSpc>
              <a:spcBef>
                <a:spcPts val="175"/>
              </a:spcBef>
            </a:pP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marL="19050">
              <a:lnSpc>
                <a:spcPts val="3850"/>
              </a:lnSpc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09603" y="934531"/>
            <a:ext cx="12316060" cy="75916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lang="en-US" sz="4800" spc="-2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800" spc="-2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cope</a:t>
            </a:r>
            <a:r>
              <a:rPr sz="4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800" spc="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lifetime</a:t>
            </a:r>
            <a:r>
              <a:rPr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4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07" y="2730510"/>
            <a:ext cx="15157688" cy="4011372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589915" indent="-571500" algn="just"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368300" algn="l"/>
                <a:tab pos="7362825" algn="l"/>
              </a:tabLst>
            </a:pPr>
            <a:r>
              <a:rPr sz="36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sz="36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a variable in C is </a:t>
            </a:r>
            <a:r>
              <a:rPr lang="en-US" sz="3600" b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block or the region </a:t>
            </a:r>
            <a:r>
              <a:rPr lang="en-US" sz="3600" b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program where a variable is declared, defined, and used. 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Outside this region, we cannot access the variable, and it is treated as an undeclared identifier</a:t>
            </a:r>
          </a:p>
          <a:p>
            <a:pPr marL="589915" indent="-571500" algn="just">
              <a:buFont typeface="Arial" panose="020B0604020202020204" pitchFamily="34" charset="0"/>
              <a:buChar char="•"/>
              <a:tabLst>
                <a:tab pos="368300" algn="l"/>
              </a:tabLst>
            </a:pPr>
            <a:r>
              <a:rPr sz="3600" spc="-2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Lifetime</a:t>
            </a:r>
            <a:r>
              <a:rPr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6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lifetime</a:t>
            </a:r>
            <a:r>
              <a:rPr lang="en-US" sz="3600" b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variable is </a:t>
            </a:r>
            <a:r>
              <a:rPr lang="en-US" sz="3600" b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time between it is allocated memory and it is deleted </a:t>
            </a:r>
            <a:r>
              <a:rPr lang="en-US" sz="3600" b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the memory.</a:t>
            </a:r>
          </a:p>
          <a:p>
            <a:pPr marL="18415">
              <a:tabLst>
                <a:tab pos="368300" algn="l"/>
              </a:tabLst>
            </a:pPr>
            <a:endParaRPr sz="4265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13602" y="755998"/>
            <a:ext cx="5274632" cy="697609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4400" spc="-3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sz="4400" spc="-122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endParaRPr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5991" y="2052142"/>
            <a:ext cx="15389822" cy="6681588"/>
          </a:xfrm>
          <a:prstGeom prst="rect">
            <a:avLst/>
          </a:prstGeom>
        </p:spPr>
        <p:txBody>
          <a:bodyPr vert="horz" wrap="square" lIns="0" tIns="143080" rIns="0" bIns="0" rtlCol="0">
            <a:spAutoFit/>
          </a:bodyPr>
          <a:lstStyle/>
          <a:p>
            <a:pPr marL="367665" marR="7620" indent="-349250">
              <a:lnSpc>
                <a:spcPts val="4095"/>
              </a:lnSpc>
              <a:spcBef>
                <a:spcPts val="1125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sz="426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4265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</a:t>
            </a:r>
            <a:r>
              <a:rPr sz="4265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26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sz="4265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(visibility)</a:t>
            </a:r>
            <a:r>
              <a:rPr sz="4265"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265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life-time</a:t>
            </a:r>
            <a:r>
              <a:rPr sz="4265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</a:t>
            </a:r>
            <a:r>
              <a:rPr sz="4265" spc="-9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426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functions</a:t>
            </a:r>
            <a:r>
              <a:rPr sz="4265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4265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 </a:t>
            </a:r>
            <a:r>
              <a:rPr sz="426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Program.</a:t>
            </a:r>
            <a:endParaRPr lang="en-IN" sz="4265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7620" indent="-349250">
              <a:lnSpc>
                <a:spcPts val="4095"/>
              </a:lnSpc>
              <a:spcBef>
                <a:spcPts val="1125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IN" sz="426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18415" marR="7620">
              <a:lnSpc>
                <a:spcPts val="4095"/>
              </a:lnSpc>
              <a:spcBef>
                <a:spcPts val="1125"/>
              </a:spcBef>
              <a:tabLst>
                <a:tab pos="368300" algn="l"/>
              </a:tabLst>
            </a:pPr>
            <a:r>
              <a:rPr lang="en-IN" sz="426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storage class datatype </a:t>
            </a:r>
            <a:r>
              <a:rPr lang="en-IN" sz="4265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variablename</a:t>
            </a:r>
            <a:r>
              <a:rPr lang="en-IN" sz="426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  <a:buFont typeface="Arial MT"/>
              <a:buChar char="•"/>
            </a:pPr>
            <a:endParaRPr sz="50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/>
            <a:r>
              <a:rPr sz="4265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4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4265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sz="4265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4265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sz="426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sz="426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sz="426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4265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endParaRPr sz="4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spcBef>
                <a:spcPts val="10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spcBef>
                <a:spcPts val="510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lnSpc>
                <a:spcPts val="5040"/>
              </a:lnSpc>
              <a:spcBef>
                <a:spcPts val="495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lnSpc>
                <a:spcPts val="5040"/>
              </a:lnSpc>
              <a:buFont typeface="Arial MT"/>
              <a:buChar char="•"/>
              <a:tabLst>
                <a:tab pos="368300" algn="l"/>
              </a:tabLst>
            </a:pPr>
            <a:r>
              <a:rPr sz="426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01340" y="366996"/>
            <a:ext cx="6279094" cy="759164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4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</a:t>
            </a:r>
            <a:r>
              <a:rPr lang="en-IN" sz="4800" spc="-15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matic</a:t>
            </a:r>
            <a:r>
              <a:rPr sz="4800" spc="-6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3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sz="4800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3903" y="1603933"/>
            <a:ext cx="14920945" cy="674561"/>
          </a:xfrm>
          <a:prstGeom prst="rect">
            <a:avLst/>
          </a:prstGeom>
        </p:spPr>
        <p:txBody>
          <a:bodyPr vert="horz" wrap="square" lIns="0" tIns="18368" rIns="0" bIns="0" rtlCol="0">
            <a:spAutoFit/>
          </a:bodyPr>
          <a:lstStyle/>
          <a:p>
            <a:pPr marL="367665" indent="-349250">
              <a:spcBef>
                <a:spcPts val="145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spc="-15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auto</a:t>
            </a:r>
            <a:r>
              <a:rPr sz="4265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265" spc="-38" dirty="0">
                <a:latin typeface="Calibri" panose="020F0502020204030204"/>
                <a:cs typeface="Calibri" panose="020F0502020204030204"/>
              </a:rPr>
              <a:t>storage</a:t>
            </a:r>
            <a:r>
              <a:rPr sz="4265" spc="8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class</a:t>
            </a:r>
            <a:r>
              <a:rPr sz="4265" spc="23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is</a:t>
            </a:r>
            <a:r>
              <a:rPr sz="4265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the</a:t>
            </a:r>
            <a:r>
              <a:rPr sz="4265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30" dirty="0">
                <a:latin typeface="Calibri" panose="020F0502020204030204"/>
                <a:cs typeface="Calibri" panose="020F0502020204030204"/>
              </a:rPr>
              <a:t>default</a:t>
            </a:r>
            <a:r>
              <a:rPr sz="4265" spc="8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38" dirty="0">
                <a:latin typeface="Calibri" panose="020F0502020204030204"/>
                <a:cs typeface="Calibri" panose="020F0502020204030204"/>
              </a:rPr>
              <a:t>storage</a:t>
            </a:r>
            <a:r>
              <a:rPr sz="4265" spc="8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class</a:t>
            </a:r>
            <a:r>
              <a:rPr sz="4265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38" dirty="0">
                <a:latin typeface="Calibri" panose="020F0502020204030204"/>
                <a:cs typeface="Calibri" panose="020F0502020204030204"/>
              </a:rPr>
              <a:t>for</a:t>
            </a:r>
            <a:r>
              <a:rPr sz="4265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8" dirty="0">
                <a:latin typeface="Calibri" panose="020F0502020204030204"/>
                <a:cs typeface="Calibri" panose="020F0502020204030204"/>
              </a:rPr>
              <a:t>all </a:t>
            </a:r>
            <a:r>
              <a:rPr sz="4265" spc="-15" dirty="0">
                <a:latin typeface="Calibri" panose="020F0502020204030204"/>
                <a:cs typeface="Calibri" panose="020F0502020204030204"/>
              </a:rPr>
              <a:t>local</a:t>
            </a:r>
            <a:r>
              <a:rPr sz="4265" dirty="0">
                <a:latin typeface="Calibri" panose="020F0502020204030204"/>
                <a:cs typeface="Calibri" panose="020F0502020204030204"/>
              </a:rPr>
              <a:t> </a:t>
            </a:r>
            <a:r>
              <a:rPr sz="4265" spc="-15" dirty="0">
                <a:latin typeface="Calibri" panose="020F0502020204030204"/>
                <a:cs typeface="Calibri" panose="020F0502020204030204"/>
              </a:rPr>
              <a:t>variables.</a:t>
            </a:r>
            <a:endParaRPr sz="426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1487" y="2891956"/>
            <a:ext cx="4965270" cy="3873143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 marR="1480820">
              <a:spcBef>
                <a:spcPts val="150"/>
              </a:spcBef>
            </a:pPr>
            <a:r>
              <a:rPr sz="3655" spc="-8" dirty="0">
                <a:latin typeface="Calibri" panose="020F0502020204030204"/>
                <a:cs typeface="Calibri" panose="020F0502020204030204"/>
              </a:rPr>
              <a:t>#include</a:t>
            </a:r>
            <a:r>
              <a:rPr sz="3655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3655" spc="-799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int </a:t>
            </a:r>
            <a:r>
              <a:rPr sz="3655" dirty="0">
                <a:latin typeface="Calibri" panose="020F0502020204030204"/>
                <a:cs typeface="Calibri" panose="020F0502020204030204"/>
              </a:rPr>
              <a:t>main()</a:t>
            </a:r>
          </a:p>
          <a:p>
            <a:pPr marL="19050"/>
            <a:r>
              <a:rPr sz="3655" dirty="0">
                <a:latin typeface="Calibri" panose="020F0502020204030204"/>
                <a:cs typeface="Calibri" panose="020F0502020204030204"/>
              </a:rPr>
              <a:t>{</a:t>
            </a:r>
          </a:p>
          <a:p>
            <a:pPr marL="19050">
              <a:tabLst>
                <a:tab pos="1856105" algn="l"/>
              </a:tabLst>
            </a:pPr>
            <a:r>
              <a:rPr sz="3655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3655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latin typeface="Calibri" panose="020F0502020204030204"/>
                <a:cs typeface="Calibri" panose="020F0502020204030204"/>
              </a:rPr>
              <a:t>x=20;	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 marR="1485265" indent="727710"/>
            <a:r>
              <a:rPr sz="3655" spc="-8" dirty="0">
                <a:latin typeface="Calibri" panose="020F0502020204030204"/>
                <a:cs typeface="Calibri" panose="020F0502020204030204"/>
              </a:rPr>
              <a:t>pri</a:t>
            </a:r>
            <a:r>
              <a:rPr sz="3655" spc="-38" dirty="0">
                <a:latin typeface="Calibri" panose="020F0502020204030204"/>
                <a:cs typeface="Calibri" panose="020F0502020204030204"/>
              </a:rPr>
              <a:t>n</a:t>
            </a:r>
            <a:r>
              <a:rPr sz="3655" dirty="0">
                <a:latin typeface="Calibri" panose="020F0502020204030204"/>
                <a:cs typeface="Calibri" panose="020F0502020204030204"/>
              </a:rPr>
              <a:t>tf</a:t>
            </a:r>
            <a:r>
              <a:rPr sz="3655" spc="-8" dirty="0">
                <a:latin typeface="Calibri" panose="020F0502020204030204"/>
                <a:cs typeface="Calibri" panose="020F0502020204030204"/>
              </a:rPr>
              <a:t>("</a:t>
            </a:r>
            <a:r>
              <a:rPr sz="3655" spc="8" dirty="0">
                <a:latin typeface="Calibri" panose="020F0502020204030204"/>
                <a:cs typeface="Calibri" panose="020F0502020204030204"/>
              </a:rPr>
              <a:t>%</a:t>
            </a:r>
            <a:r>
              <a:rPr sz="3655" spc="-8" dirty="0">
                <a:latin typeface="Calibri" panose="020F0502020204030204"/>
                <a:cs typeface="Calibri" panose="020F0502020204030204"/>
              </a:rPr>
              <a:t>d",</a:t>
            </a:r>
            <a:r>
              <a:rPr sz="3655" spc="8" dirty="0">
                <a:latin typeface="Calibri" panose="020F0502020204030204"/>
                <a:cs typeface="Calibri" panose="020F0502020204030204"/>
              </a:rPr>
              <a:t>x</a:t>
            </a:r>
            <a:r>
              <a:rPr sz="3655" spc="-8" dirty="0">
                <a:latin typeface="Calibri" panose="020F0502020204030204"/>
                <a:cs typeface="Calibri" panose="020F0502020204030204"/>
              </a:rPr>
              <a:t>);  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return</a:t>
            </a:r>
            <a:r>
              <a:rPr sz="3655" spc="-8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dirty="0">
                <a:latin typeface="Calibri" panose="020F0502020204030204"/>
                <a:cs typeface="Calibri" panose="020F0502020204030204"/>
              </a:rPr>
              <a:t>0;</a:t>
            </a:r>
          </a:p>
          <a:p>
            <a:pPr marL="19050">
              <a:lnSpc>
                <a:spcPts val="3705"/>
              </a:lnSpc>
            </a:pPr>
            <a:r>
              <a:rPr sz="3655" dirty="0">
                <a:latin typeface="Calibri" panose="020F0502020204030204"/>
                <a:cs typeface="Calibri" panose="020F0502020204030204"/>
              </a:rPr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257511" y="7524750"/>
            <a:ext cx="3744416" cy="45041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lang="en-IN" sz="2800" spc="-15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Equal to </a:t>
            </a:r>
            <a:r>
              <a:rPr sz="2800" spc="-15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auto</a:t>
            </a:r>
            <a:r>
              <a:rPr sz="2800" spc="-91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2800" spc="-46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8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x=20;</a:t>
            </a:r>
            <a:endParaRPr sz="28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613" y="2970791"/>
            <a:ext cx="137778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variables are allocated memory automatically at runtime.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the automatic variables is limited to the block in which they are defined.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automatic variables are initialized to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 by default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memory assigned to automatic variables gets freed upon exiting from the block.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keyword used for defining automatic variables is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</a:t>
            </a: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local variable is automatic in C by default.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75178" y="539974"/>
            <a:ext cx="6531418" cy="697609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lang="en-US" sz="4400" spc="-4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400" spc="-4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tatic</a:t>
            </a:r>
            <a:r>
              <a:rPr sz="4400" spc="-3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Storage</a:t>
            </a:r>
            <a:r>
              <a:rPr sz="4400" spc="-4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1297" y="1335187"/>
            <a:ext cx="14445300" cy="2782274"/>
          </a:xfrm>
          <a:prstGeom prst="rect">
            <a:avLst/>
          </a:prstGeom>
        </p:spPr>
        <p:txBody>
          <a:bodyPr vert="horz" wrap="square" lIns="0" tIns="62839" rIns="0" bIns="0" rtlCol="0">
            <a:spAutoFit/>
          </a:bodyPr>
          <a:lstStyle/>
          <a:p>
            <a:pPr marL="367665" indent="-349250">
              <a:spcBef>
                <a:spcPts val="495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265" spc="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426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426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265" spc="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declared</a:t>
            </a:r>
            <a:r>
              <a:rPr sz="4265" spc="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4265" spc="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4265" spc="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265" spc="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4265" spc="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3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keyword.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9250">
              <a:spcBef>
                <a:spcPts val="350"/>
              </a:spcBef>
              <a:buFont typeface="Arial MT"/>
              <a:buChar char="•"/>
              <a:tabLst>
                <a:tab pos="368300" algn="l"/>
              </a:tabLst>
            </a:pPr>
            <a:r>
              <a:rPr sz="4265" spc="-30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4265" spc="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4265" spc="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</a:t>
            </a:r>
            <a:r>
              <a:rPr sz="4265" spc="30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4265" spc="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sz="4265" spc="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4265" spc="30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4265" spc="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4265" spc="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10961370">
              <a:spcBef>
                <a:spcPts val="1880"/>
              </a:spcBef>
            </a:pPr>
            <a:r>
              <a:rPr sz="3655" spc="-8" dirty="0">
                <a:latin typeface="Calibri" panose="020F0502020204030204"/>
                <a:cs typeface="Calibri" panose="020F0502020204030204"/>
              </a:rPr>
              <a:t>#include</a:t>
            </a:r>
            <a:r>
              <a:rPr sz="3655" spc="-107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3655" spc="-807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void ex()</a:t>
            </a:r>
            <a:endParaRPr sz="365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1297" y="3995324"/>
            <a:ext cx="3071390" cy="668109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30835" marR="305435" indent="-312420"/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3655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655" spc="-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x=10; </a:t>
            </a:r>
            <a:r>
              <a:rPr sz="3655" spc="-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x++;</a:t>
            </a:r>
          </a:p>
          <a:p>
            <a:pPr marL="227330"/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printf("</a:t>
            </a:r>
            <a:r>
              <a:rPr sz="3655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%d",x);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/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9050"/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655" spc="-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19050"/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9050">
              <a:spcBef>
                <a:spcPts val="10"/>
              </a:spcBef>
            </a:pP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ex();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330" marR="1175385" indent="102235"/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ex();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655" spc="-13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marL="19050">
              <a:lnSpc>
                <a:spcPts val="3705"/>
              </a:lnSpc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43572" y="4215066"/>
            <a:ext cx="6714135" cy="114419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 marR="7620">
              <a:spcBef>
                <a:spcPts val="150"/>
              </a:spcBef>
            </a:pPr>
            <a:r>
              <a:rPr sz="3655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sz="3655"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3655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declared.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43572" y="6100424"/>
            <a:ext cx="7640289" cy="283119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55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lifetime:</a:t>
            </a:r>
            <a:r>
              <a:rPr sz="3655" spc="-3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execution</a:t>
            </a:r>
            <a:r>
              <a:rPr sz="3655" spc="-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10"/>
              </a:spcBef>
            </a:pPr>
            <a:r>
              <a:rPr lang="en-IN"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3655" spc="-2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rogram</a:t>
            </a:r>
            <a:r>
              <a:rPr lang="en-IN"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variable will alive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655" spc="-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10"/>
              </a:spcBef>
            </a:pPr>
            <a:endParaRPr lang="en-IN" sz="3655" spc="-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10"/>
              </a:spcBef>
            </a:pPr>
            <a:r>
              <a:rPr lang="en-IN" sz="3655" spc="-23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value</a:t>
            </a:r>
            <a:r>
              <a:rPr lang="en-IN"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Zero</a:t>
            </a:r>
          </a:p>
          <a:p>
            <a:pPr marL="19050">
              <a:spcBef>
                <a:spcPts val="10"/>
              </a:spcBef>
            </a:pPr>
            <a:endParaRPr sz="3655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5693" y="472080"/>
            <a:ext cx="6910387" cy="697609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lang="en-IN" sz="4400" spc="-2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IN" sz="4400" spc="-9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3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IN" sz="4400" spc="-6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006" y="1703234"/>
            <a:ext cx="15543537" cy="2571188"/>
          </a:xfrm>
          <a:prstGeom prst="rect">
            <a:avLst/>
          </a:prstGeom>
        </p:spPr>
        <p:txBody>
          <a:bodyPr vert="horz" wrap="square" lIns="0" tIns="92809" rIns="0" bIns="0" rtlCol="0">
            <a:spAutoFit/>
          </a:bodyPr>
          <a:lstStyle/>
          <a:p>
            <a:pPr marL="367665" marR="1650365" indent="-349250">
              <a:lnSpc>
                <a:spcPts val="4600"/>
              </a:lnSpc>
              <a:spcBef>
                <a:spcPts val="730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</a:t>
            </a:r>
            <a:r>
              <a:rPr lang="en-US" sz="4265" spc="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46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sz="4265" spc="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4265" spc="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</a:t>
            </a:r>
            <a:r>
              <a:rPr lang="en-US" sz="4265" spc="3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tells</a:t>
            </a:r>
            <a:r>
              <a:rPr lang="en-US" sz="4265" spc="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4265" spc="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4265" spc="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4265" spc="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4265" spc="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4265" spc="3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defined </a:t>
            </a:r>
            <a:r>
              <a:rPr lang="en-US" sz="4265" spc="-944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elsewhere</a:t>
            </a:r>
            <a:r>
              <a:rPr lang="en-US" sz="426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4265" spc="46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sz="4265" spc="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426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sz="4265" spc="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sz="4265" spc="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4265" spc="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426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4265" spc="8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used.</a:t>
            </a:r>
            <a:endParaRPr lang="en-US"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7620" indent="-349250">
              <a:lnSpc>
                <a:spcPct val="77000"/>
              </a:lnSpc>
              <a:spcBef>
                <a:spcPts val="2145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4265" spc="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</a:t>
            </a:r>
            <a:r>
              <a:rPr lang="en-US" sz="4265" spc="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4265" spc="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4265" spc="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nothing</a:t>
            </a:r>
            <a:r>
              <a:rPr lang="en-US" sz="4265" spc="3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4265" spc="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265" spc="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lang="en-US" sz="4265" spc="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initialized</a:t>
            </a:r>
            <a:r>
              <a:rPr lang="en-US" sz="4265" spc="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4265" spc="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265" spc="-944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r>
              <a:rPr lang="en-US" sz="4265" spc="-3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426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declared</a:t>
            </a:r>
            <a:r>
              <a:rPr lang="en-US" sz="4265" spc="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4265" spc="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23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4265" spc="-8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4265" spc="46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65" spc="-15" dirty="0">
                <a:solidFill>
                  <a:srgbClr val="2731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elsewhere</a:t>
            </a:r>
            <a:endParaRPr lang="en-US" sz="42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2464" y="4668171"/>
            <a:ext cx="3571204" cy="3394294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 marR="86995">
              <a:spcBef>
                <a:spcPts val="150"/>
              </a:spcBef>
            </a:pPr>
            <a:r>
              <a:rPr sz="3655" spc="-8" dirty="0">
                <a:latin typeface="Calibri" panose="020F0502020204030204"/>
                <a:cs typeface="Calibri" panose="020F0502020204030204"/>
              </a:rPr>
              <a:t>#include</a:t>
            </a:r>
            <a:r>
              <a:rPr sz="3655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3655" spc="-799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extern</a:t>
            </a:r>
            <a:r>
              <a:rPr sz="3655" spc="-61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3655" spc="-8" dirty="0">
                <a:solidFill>
                  <a:srgbClr val="C02FB8"/>
                </a:solidFill>
                <a:latin typeface="Calibri" panose="020F0502020204030204"/>
                <a:cs typeface="Calibri" panose="020F0502020204030204"/>
              </a:rPr>
              <a:t> x;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/>
            <a:r>
              <a:rPr sz="3655" spc="-15" dirty="0">
                <a:latin typeface="Calibri" panose="020F0502020204030204"/>
                <a:cs typeface="Calibri" panose="020F0502020204030204"/>
              </a:rPr>
              <a:t>void</a:t>
            </a:r>
            <a:r>
              <a:rPr sz="3655" spc="-69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ex()</a:t>
            </a:r>
            <a:endParaRPr sz="3655" dirty="0">
              <a:latin typeface="Calibri" panose="020F0502020204030204"/>
              <a:cs typeface="Calibri" panose="020F0502020204030204"/>
            </a:endParaRPr>
          </a:p>
          <a:p>
            <a:pPr marL="19050">
              <a:tabLst>
                <a:tab pos="579755" algn="l"/>
              </a:tabLst>
            </a:pPr>
            <a:r>
              <a:rPr sz="3655" dirty="0">
                <a:latin typeface="Calibri" panose="020F0502020204030204"/>
                <a:cs typeface="Calibri" panose="020F0502020204030204"/>
              </a:rPr>
              <a:t>{	</a:t>
            </a:r>
            <a:r>
              <a:rPr sz="3655" spc="-15" dirty="0">
                <a:latin typeface="Calibri" panose="020F0502020204030204"/>
                <a:cs typeface="Calibri" panose="020F0502020204030204"/>
              </a:rPr>
              <a:t>printf("</a:t>
            </a:r>
            <a:r>
              <a:rPr sz="3655" spc="-69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latin typeface="Calibri" panose="020F0502020204030204"/>
                <a:cs typeface="Calibri" panose="020F0502020204030204"/>
              </a:rPr>
              <a:t>%d",</a:t>
            </a:r>
            <a:r>
              <a:rPr lang="en-IN" sz="3655" spc="-8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spc="-8" dirty="0">
                <a:latin typeface="Calibri" panose="020F0502020204030204"/>
                <a:cs typeface="Calibri" panose="020F0502020204030204"/>
              </a:rPr>
              <a:t>x);</a:t>
            </a:r>
            <a:endParaRPr lang="en-IN" sz="3655" spc="-8" dirty="0">
              <a:latin typeface="Calibri" panose="020F0502020204030204"/>
              <a:cs typeface="Calibri" panose="020F0502020204030204"/>
            </a:endParaRPr>
          </a:p>
          <a:p>
            <a:pPr marL="19050">
              <a:tabLst>
                <a:tab pos="579755" algn="l"/>
              </a:tabLst>
            </a:pPr>
            <a:r>
              <a:rPr sz="3655" spc="-8" dirty="0">
                <a:latin typeface="Calibri" panose="020F0502020204030204"/>
                <a:cs typeface="Calibri" panose="020F0502020204030204"/>
              </a:rPr>
              <a:t>}</a:t>
            </a:r>
            <a:endParaRPr lang="en-US" sz="3655" spc="-8" dirty="0">
              <a:latin typeface="Calibri" panose="020F0502020204030204"/>
              <a:cs typeface="Calibri" panose="020F0502020204030204"/>
            </a:endParaRPr>
          </a:p>
          <a:p>
            <a:pPr marL="19050">
              <a:tabLst>
                <a:tab pos="579755" algn="l"/>
              </a:tabLst>
            </a:pPr>
            <a:endParaRPr sz="365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6422" y="7058350"/>
            <a:ext cx="1871644" cy="1170095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endParaRPr lang="en-US" sz="3655" spc="-15" dirty="0">
              <a:latin typeface="Calibri" panose="020F0502020204030204"/>
              <a:cs typeface="Calibri" panose="020F0502020204030204"/>
            </a:endParaRPr>
          </a:p>
          <a:p>
            <a:pPr marL="19050">
              <a:spcBef>
                <a:spcPts val="150"/>
              </a:spcBef>
            </a:pPr>
            <a:r>
              <a:rPr sz="3655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3655" spc="-122" dirty="0">
                <a:latin typeface="Calibri" panose="020F0502020204030204"/>
                <a:cs typeface="Calibri" panose="020F0502020204030204"/>
              </a:rPr>
              <a:t> </a:t>
            </a:r>
            <a:r>
              <a:rPr sz="3655" dirty="0">
                <a:latin typeface="Calibri" panose="020F0502020204030204"/>
                <a:cs typeface="Calibri" panose="020F0502020204030204"/>
              </a:rPr>
              <a:t>main()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76422" y="7640207"/>
            <a:ext cx="1900646" cy="2758479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227965" marR="7620" indent="-208915">
              <a:spcBef>
                <a:spcPts val="150"/>
              </a:spcBef>
              <a:tabLst>
                <a:tab pos="476250" algn="l"/>
              </a:tabLst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		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ex();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655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marL="19050">
              <a:lnSpc>
                <a:spcPts val="4050"/>
              </a:lnSpc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9050">
              <a:lnSpc>
                <a:spcPts val="4050"/>
              </a:lnSpc>
            </a:pP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655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x=10;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76283" y="4987698"/>
            <a:ext cx="6167917" cy="581857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55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sz="3655" spc="-30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Throughtout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76284" y="6100940"/>
            <a:ext cx="7640289" cy="114419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55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lifetime:</a:t>
            </a:r>
            <a:r>
              <a:rPr sz="3655" spc="-3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execution</a:t>
            </a:r>
            <a:r>
              <a:rPr sz="3655" spc="-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>
              <a:spcBef>
                <a:spcPts val="10"/>
              </a:spcBef>
            </a:pPr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3655" spc="-23" dirty="0">
                <a:latin typeface="Calibri" panose="020F0502020204030204"/>
                <a:cs typeface="Calibri" panose="020F0502020204030204"/>
              </a:rPr>
              <a:t>.</a:t>
            </a:r>
            <a:endParaRPr sz="3655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6471" y="617953"/>
            <a:ext cx="7307724" cy="697609"/>
          </a:xfrm>
          <a:prstGeom prst="rect">
            <a:avLst/>
          </a:prstGeom>
        </p:spPr>
        <p:txBody>
          <a:bodyPr vert="horz" wrap="square" lIns="0" tIns="20302" rIns="0" bIns="0" rtlCol="0" anchor="ctr">
            <a:spAutoFit/>
          </a:bodyPr>
          <a:lstStyle/>
          <a:p>
            <a:pPr marL="19050">
              <a:spcBef>
                <a:spcPts val="160"/>
              </a:spcBef>
            </a:pPr>
            <a:r>
              <a:rPr sz="4400" spc="-3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4400" spc="-7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3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sz="4400" spc="-4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83267" y="1737877"/>
            <a:ext cx="26420051" cy="3821915"/>
          </a:xfrm>
          <a:prstGeom prst="rect">
            <a:avLst/>
          </a:prstGeom>
        </p:spPr>
        <p:txBody>
          <a:bodyPr vert="horz" wrap="square" lIns="0" tIns="92809" rIns="0" bIns="0" rtlCol="0">
            <a:spAutoFit/>
          </a:bodyPr>
          <a:lstStyle/>
          <a:p>
            <a:pPr marL="547370" marR="7620" indent="-349250">
              <a:lnSpc>
                <a:spcPts val="4600"/>
              </a:lnSpc>
              <a:spcBef>
                <a:spcPts val="730"/>
              </a:spcBef>
              <a:buFont typeface="Arial MT"/>
              <a:buChar char="•"/>
              <a:tabLst>
                <a:tab pos="548005" algn="l"/>
              </a:tabLst>
            </a:pP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pc="8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r>
              <a:rPr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  <a:r>
              <a:rPr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7370" marR="7620" indent="-349250">
              <a:lnSpc>
                <a:spcPts val="4600"/>
              </a:lnSpc>
              <a:spcBef>
                <a:spcPts val="730"/>
              </a:spcBef>
              <a:buFont typeface="Arial MT"/>
              <a:buChar char="•"/>
              <a:tabLst>
                <a:tab pos="548005" algn="l"/>
              </a:tabLst>
            </a:pP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  <a:r>
              <a:rPr spc="-9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supposed</a:t>
            </a:r>
            <a:r>
              <a:rPr spc="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</a:t>
            </a:r>
            <a:r>
              <a:rPr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</a:p>
          <a:p>
            <a:pPr marL="547370" indent="-349885">
              <a:spcBef>
                <a:spcPts val="290"/>
              </a:spcBef>
              <a:buFont typeface="Arial MT"/>
              <a:buChar char="•"/>
              <a:tabLst>
                <a:tab pos="548005" algn="l"/>
              </a:tabLst>
            </a:pPr>
            <a:r>
              <a:rPr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r>
              <a:rPr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  <a:r>
              <a:rPr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lang="en-IN" spc="-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7370" indent="-349885">
              <a:spcBef>
                <a:spcPts val="290"/>
              </a:spcBef>
              <a:buFont typeface="Arial MT"/>
              <a:buChar char="•"/>
              <a:tabLst>
                <a:tab pos="548005" algn="l"/>
              </a:tabLst>
            </a:pPr>
            <a:endParaRPr spc="-76" dirty="0"/>
          </a:p>
          <a:p>
            <a:pPr marL="0" marR="11540490" indent="0">
              <a:spcBef>
                <a:spcPts val="1005"/>
              </a:spcBef>
              <a:buNone/>
            </a:pPr>
            <a:r>
              <a:rPr sz="3655" spc="-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sz="3655" spc="-11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&lt;stdio.h&gt; </a:t>
            </a:r>
            <a:r>
              <a:rPr sz="3655" spc="-7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655" spc="-799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1540490" indent="0">
              <a:spcBef>
                <a:spcPts val="1005"/>
              </a:spcBef>
              <a:buNone/>
            </a:pPr>
            <a:r>
              <a:rPr sz="3655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sz="365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9521" y="5528226"/>
            <a:ext cx="3204803" cy="283119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9050" marR="7620"/>
            <a:r>
              <a:rPr sz="3655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3655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3655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x=20;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printf("%d",x);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0;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/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76284" y="4987697"/>
            <a:ext cx="6714135" cy="114419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 marR="7620">
              <a:spcBef>
                <a:spcPts val="150"/>
              </a:spcBef>
            </a:pPr>
            <a:r>
              <a:rPr sz="3655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sz="3655" spc="-23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3655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declared.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76283" y="6658644"/>
            <a:ext cx="7057334" cy="1144191"/>
          </a:xfrm>
          <a:prstGeom prst="rect">
            <a:avLst/>
          </a:prstGeom>
        </p:spPr>
        <p:txBody>
          <a:bodyPr vert="horz" wrap="square" lIns="0" tIns="19335" rIns="0" bIns="0" rtlCol="0">
            <a:spAutoFit/>
          </a:bodyPr>
          <a:lstStyle/>
          <a:p>
            <a:pPr marL="19050" marR="7620">
              <a:spcBef>
                <a:spcPts val="150"/>
              </a:spcBef>
            </a:pPr>
            <a:r>
              <a:rPr sz="3655" spc="-15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lifetime:</a:t>
            </a:r>
            <a:r>
              <a:rPr sz="3655" spc="-61" dirty="0">
                <a:solidFill>
                  <a:srgbClr val="C02F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same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3655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655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3655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3655" spc="-8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5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declared.</a:t>
            </a:r>
            <a:endParaRPr sz="36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12095" y="1188046"/>
          <a:ext cx="13393490" cy="6007028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5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3628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Classes</a:t>
                      </a:r>
                    </a:p>
                  </a:txBody>
                  <a:tcPr marL="74450" marR="74450" marT="74450" marB="74450">
                    <a:lnL w="12700" cap="flat" cmpd="sng" algn="ctr">
                      <a:solidFill>
                        <a:srgbClr val="903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3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3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54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Place</a:t>
                      </a:r>
                    </a:p>
                  </a:txBody>
                  <a:tcPr marL="74450" marR="74450" marT="74450" marB="74450">
                    <a:lnL w="12700" cap="flat" cmpd="sng" algn="ctr">
                      <a:solidFill>
                        <a:srgbClr val="503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3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54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 Value</a:t>
                      </a:r>
                    </a:p>
                  </a:txBody>
                  <a:tcPr marL="74450" marR="74450" marT="74450" marB="74450">
                    <a:lnL w="12700" cap="flat" cmpd="sng" algn="ctr">
                      <a:solidFill>
                        <a:srgbClr val="B03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3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3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54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 marL="74450" marR="74450" marT="74450" marB="74450">
                    <a:lnL w="12700" cap="flat" cmpd="sng" algn="ctr">
                      <a:solidFill>
                        <a:srgbClr val="903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3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54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Lifetime</a:t>
                      </a:r>
                    </a:p>
                  </a:txBody>
                  <a:tcPr marL="74450" marR="74450" marT="74450" marB="74450">
                    <a:lnL w="12700" cap="flat" cmpd="sng" algn="ctr">
                      <a:solidFill>
                        <a:srgbClr val="303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5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564">
                <a:tc>
                  <a:txBody>
                    <a:bodyPr/>
                    <a:lstStyle/>
                    <a:p>
                      <a:r>
                        <a:rPr lang="en-IN" sz="3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Garbage Value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function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6900">
                <a:tc>
                  <a:txBody>
                    <a:bodyPr/>
                    <a:lstStyle/>
                    <a:p>
                      <a:r>
                        <a:rPr lang="en-IN" sz="3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Till the end of the main program Maybe declared anywhere in the program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176">
                <a:tc>
                  <a:txBody>
                    <a:bodyPr/>
                    <a:lstStyle/>
                    <a:p>
                      <a:r>
                        <a:rPr lang="en-IN" sz="3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Till the end of the main program, Retains value between multiple functions call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848">
                <a:tc>
                  <a:txBody>
                    <a:bodyPr/>
                    <a:lstStyle/>
                    <a:p>
                      <a:r>
                        <a:rPr lang="en-IN" sz="36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Garbage Value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the function</a:t>
                      </a:r>
                    </a:p>
                  </a:txBody>
                  <a:tcPr marL="59560" marR="59560" marT="59560" marB="59560" anchor="ctr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994784" y="446164"/>
            <a:ext cx="9644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 by value and Call by reference in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0047" y="1188046"/>
            <a:ext cx="15473536" cy="50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methods to pass the data into the function in C language, i.e., </a:t>
            </a:r>
            <a:r>
              <a:rPr lang="en-US" b="0" i="1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 by value</a:t>
            </a:r>
            <a:r>
              <a:rPr lang="en-US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0" i="1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 by reference</a:t>
            </a:r>
            <a:r>
              <a:rPr lang="en-US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all by value and call by reference in 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5" y="2403150"/>
            <a:ext cx="6232921" cy="531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64023" y="1116038"/>
            <a:ext cx="1598577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 by value in C</a:t>
            </a:r>
          </a:p>
          <a:p>
            <a:pPr algn="ctr"/>
            <a:endParaRPr lang="en-US" sz="40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call by value method, </a:t>
            </a:r>
            <a:r>
              <a:rPr lang="en-US" sz="3600" b="0" i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the actual parameters is copied into the formal parameters.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we can say that the value of the variable is used in the function call in the call by value method.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call by value method, we can not modify the value of the actual parameter by the formal parameter.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call by value, different memory is allocated for actual and formal parameters since the value of the actual parameter is copied into the formal parameter.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actual parameter is the argument which is used in the function call whereas formal parameter is the argument which is used in the function definition</a:t>
            </a:r>
            <a:r>
              <a:rPr lang="en-US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36031" y="1085070"/>
            <a:ext cx="14459744" cy="9141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#include &lt;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itchFamily="2" charset="0"/>
              </a:rPr>
              <a:t>stdio.h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&gt;  </a:t>
            </a:r>
          </a:p>
          <a:p>
            <a:pPr algn="l"/>
            <a:r>
              <a:rPr lang="en-US" b="1" i="0" dirty="0">
                <a:solidFill>
                  <a:srgbClr val="006699"/>
                </a:solidFill>
                <a:effectLst/>
                <a:latin typeface="Montserrat" pitchFamily="2" charset="0"/>
              </a:rPr>
              <a:t>void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swap(</a:t>
            </a:r>
            <a:r>
              <a:rPr lang="en-US" b="1" i="0" dirty="0">
                <a:solidFill>
                  <a:srgbClr val="2E8B57"/>
                </a:solidFill>
                <a:effectLst/>
                <a:latin typeface="Montserrat" pitchFamily="2" charset="0"/>
              </a:rPr>
              <a:t>int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, </a:t>
            </a:r>
            <a:r>
              <a:rPr lang="en-US" b="1" i="0" dirty="0">
                <a:solidFill>
                  <a:srgbClr val="2E8B57"/>
                </a:solidFill>
                <a:effectLst/>
                <a:latin typeface="Montserrat" pitchFamily="2" charset="0"/>
              </a:rPr>
              <a:t>int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); //prototype of the function   </a:t>
            </a:r>
          </a:p>
          <a:p>
            <a:pPr algn="l"/>
            <a:r>
              <a:rPr lang="en-US" b="1" i="0" dirty="0">
                <a:solidFill>
                  <a:srgbClr val="2E8B57"/>
                </a:solidFill>
                <a:effectLst/>
                <a:latin typeface="Montserrat" pitchFamily="2" charset="0"/>
              </a:rPr>
              <a:t>int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main()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{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</a:t>
            </a:r>
            <a:r>
              <a:rPr lang="en-US" b="1" i="0" dirty="0">
                <a:solidFill>
                  <a:srgbClr val="2E8B57"/>
                </a:solidFill>
                <a:effectLst/>
                <a:latin typeface="Montserrat" pitchFamily="2" charset="0"/>
              </a:rPr>
              <a:t>int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a = 10;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</a:t>
            </a:r>
            <a:r>
              <a:rPr lang="en-US" b="1" i="0" dirty="0">
                <a:solidFill>
                  <a:srgbClr val="2E8B57"/>
                </a:solidFill>
                <a:effectLst/>
                <a:latin typeface="Montserrat" pitchFamily="2" charset="0"/>
              </a:rPr>
              <a:t>int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b = 20; 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itchFamily="2" charset="0"/>
              </a:rPr>
              <a:t>printf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("Before swapping the values in main a = %d, b = %d\n",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itchFamily="2" charset="0"/>
              </a:rPr>
              <a:t>a,b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);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// printing the value of a and b in main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swap(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itchFamily="2" charset="0"/>
              </a:rPr>
              <a:t>a,b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);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itchFamily="2" charset="0"/>
              </a:rPr>
              <a:t>printf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("After swapping values in main a = %d, b = %d\n",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itchFamily="2" charset="0"/>
              </a:rPr>
              <a:t>a,b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);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// The value of actual parameters do not change by changing the formal parameters in call by value, a = 10, b = 20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}  </a:t>
            </a:r>
          </a:p>
          <a:p>
            <a:pPr algn="l"/>
            <a:r>
              <a:rPr lang="en-US" b="1" i="0" dirty="0">
                <a:solidFill>
                  <a:srgbClr val="006699"/>
                </a:solidFill>
                <a:effectLst/>
                <a:latin typeface="Montserrat" pitchFamily="2" charset="0"/>
              </a:rPr>
              <a:t>void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swap (</a:t>
            </a:r>
            <a:r>
              <a:rPr lang="en-US" b="1" i="0" dirty="0">
                <a:solidFill>
                  <a:srgbClr val="2E8B57"/>
                </a:solidFill>
                <a:effectLst/>
                <a:latin typeface="Montserrat" pitchFamily="2" charset="0"/>
              </a:rPr>
              <a:t>int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a, </a:t>
            </a:r>
            <a:r>
              <a:rPr lang="en-US" b="1" i="0" dirty="0">
                <a:solidFill>
                  <a:srgbClr val="2E8B57"/>
                </a:solidFill>
                <a:effectLst/>
                <a:latin typeface="Montserrat" pitchFamily="2" charset="0"/>
              </a:rPr>
              <a:t>int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b)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{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</a:t>
            </a:r>
            <a:r>
              <a:rPr lang="en-US" b="1" i="0" dirty="0">
                <a:solidFill>
                  <a:srgbClr val="2E8B57"/>
                </a:solidFill>
                <a:effectLst/>
                <a:latin typeface="Montserrat" pitchFamily="2" charset="0"/>
              </a:rPr>
              <a:t>int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temp; 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temp = a;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a=b;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b=temp;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    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itchFamily="2" charset="0"/>
              </a:rPr>
              <a:t>printf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("After swapping values in function a = %d, b = %d\n",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itchFamily="2" charset="0"/>
              </a:rPr>
              <a:t>a,b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);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// Formal parameters  a = 20, b = 10   </a:t>
            </a:r>
          </a:p>
          <a:p>
            <a:pPr algn="l"/>
            <a:r>
              <a:rPr lang="en-US" b="0" i="0" dirty="0">
                <a:solidFill>
                  <a:srgbClr val="2B2A29"/>
                </a:solidFill>
                <a:effectLst/>
                <a:latin typeface="Montserrat" pitchFamily="2" charset="0"/>
              </a:rPr>
              <a:t>} 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872" y="214313"/>
            <a:ext cx="9644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0" i="0" dirty="0">
                <a:solidFill>
                  <a:srgbClr val="FF0000"/>
                </a:solidFill>
                <a:effectLst/>
                <a:latin typeface="Montserrat" pitchFamily="2" charset="0"/>
              </a:rPr>
              <a:t>Swapping the values of the two variables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08039" y="1044030"/>
            <a:ext cx="14761640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 by reference in C</a:t>
            </a:r>
          </a:p>
          <a:p>
            <a:pPr algn="ctr"/>
            <a:endParaRPr lang="en-US" sz="4400" b="0" i="0" dirty="0">
              <a:solidFill>
                <a:srgbClr val="1D1D2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call by reference, the address of the variable is passed into the function call as the actual parameter.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the actual parameters can be modified by changing the formal parameters since the address of the actual parameters is passed.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call by reference, the memory allocation is similar for both formal parameters and actual parameters.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the operations in the function are performed on the value stored at the address of the actual parameters, and the modified value gets stored at the same address.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152055" y="395958"/>
            <a:ext cx="13753528" cy="873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 &lt;</a:t>
            </a:r>
            <a:r>
              <a:rPr lang="en-IN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  </a:t>
            </a:r>
          </a:p>
          <a:p>
            <a:pPr algn="l"/>
            <a:r>
              <a:rPr lang="en-IN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swap(</a:t>
            </a:r>
            <a:r>
              <a:rPr lang="en-IN" b="1" i="0" dirty="0">
                <a:solidFill>
                  <a:srgbClr val="2E8B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*, </a:t>
            </a:r>
            <a:r>
              <a:rPr lang="en-IN" b="1" i="0" dirty="0">
                <a:solidFill>
                  <a:srgbClr val="2E8B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*); //prototype of the function   </a:t>
            </a:r>
          </a:p>
          <a:p>
            <a:pPr algn="l"/>
            <a:r>
              <a:rPr lang="en-IN" b="1" i="0" dirty="0">
                <a:solidFill>
                  <a:srgbClr val="2E8B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main()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b="1" i="0" dirty="0">
                <a:solidFill>
                  <a:srgbClr val="2E8B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 = 10;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b="1" i="0" dirty="0">
                <a:solidFill>
                  <a:srgbClr val="2E8B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 = 20; 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("Before swapping the values in main a = %d, b = %d\n",</a:t>
            </a:r>
            <a:r>
              <a:rPr lang="en-IN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 printing the value of a and b in main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swap(&amp;</a:t>
            </a:r>
            <a:r>
              <a:rPr lang="en-IN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a,&amp;b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("After swapping values in main a = %d, b = %d\n",</a:t>
            </a:r>
            <a:r>
              <a:rPr lang="en-IN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 The values of actual parameters do change in call by reference, a = 10, b = 20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algn="l"/>
            <a:r>
              <a:rPr lang="en-IN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swap (</a:t>
            </a:r>
            <a:r>
              <a:rPr lang="en-IN" b="1" i="0" dirty="0">
                <a:solidFill>
                  <a:srgbClr val="2E8B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*a, </a:t>
            </a:r>
            <a:r>
              <a:rPr lang="en-IN" b="1" i="0" dirty="0">
                <a:solidFill>
                  <a:srgbClr val="2E8B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*b)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b="1" i="0" dirty="0">
                <a:solidFill>
                  <a:srgbClr val="2E8B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temp; 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temp = *a;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*a=*b;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*b=temp;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b="0" i="0" dirty="0" err="1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("After swapping values in function a = %d, b = %d\n",*a,*b);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 Formal parameters, a = 20, b = 10   </a:t>
            </a:r>
          </a:p>
          <a:p>
            <a:pPr algn="l"/>
            <a:r>
              <a:rPr lang="en-IN" b="0" i="0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167" y="5724550"/>
            <a:ext cx="9644062" cy="173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swapping the values in main a = 10, b = 20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swapping values in function a = 20, b = 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swapping values in main a = 20, b = 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fa69b-1d13-4775-9ec0-89fd4ece4fe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7F23CE49F27441AE5D85532796C49B" ma:contentTypeVersion="15" ma:contentTypeDescription="Create a new document." ma:contentTypeScope="" ma:versionID="8137a31b25cba90986c5fef410f9f4bd">
  <xsd:schema xmlns:xsd="http://www.w3.org/2001/XMLSchema" xmlns:xs="http://www.w3.org/2001/XMLSchema" xmlns:p="http://schemas.microsoft.com/office/2006/metadata/properties" xmlns:ns3="495fa69b-1d13-4775-9ec0-89fd4ece4fea" xmlns:ns4="44520d79-82f9-4c53-838c-89899bdeb3b2" targetNamespace="http://schemas.microsoft.com/office/2006/metadata/properties" ma:root="true" ma:fieldsID="16fcc8dc23af2d15689d8cb0a287735a" ns3:_="" ns4:_="">
    <xsd:import namespace="495fa69b-1d13-4775-9ec0-89fd4ece4fea"/>
    <xsd:import namespace="44520d79-82f9-4c53-838c-89899bdeb3b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fa69b-1d13-4775-9ec0-89fd4ece4f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520d79-82f9-4c53-838c-89899bdeb3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D05D0F-5703-45F2-8F63-9126938946E7}">
  <ds:schemaRefs/>
</ds:datastoreItem>
</file>

<file path=customXml/itemProps2.xml><?xml version="1.0" encoding="utf-8"?>
<ds:datastoreItem xmlns:ds="http://schemas.openxmlformats.org/officeDocument/2006/customXml" ds:itemID="{2125F84E-44FD-45B6-98CD-EFD7FCD95738}">
  <ds:schemaRefs/>
</ds:datastoreItem>
</file>

<file path=customXml/itemProps3.xml><?xml version="1.0" encoding="utf-8"?>
<ds:datastoreItem xmlns:ds="http://schemas.openxmlformats.org/officeDocument/2006/customXml" ds:itemID="{77B06A5B-E2C5-4E5D-9AEF-CB94B6997DC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4020</Words>
  <Application>Microsoft Office PowerPoint</Application>
  <PresentationFormat>Custom</PresentationFormat>
  <Paragraphs>613</Paragraphs>
  <Slides>47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Arial Unicode MS</vt:lpstr>
      <vt:lpstr>MS PGothic</vt:lpstr>
      <vt:lpstr>Arial</vt:lpstr>
      <vt:lpstr>Arial MT</vt:lpstr>
      <vt:lpstr>Calibri</vt:lpstr>
      <vt:lpstr>Calibri Light</vt:lpstr>
      <vt:lpstr>Georgia</vt:lpstr>
      <vt:lpstr>Montserrat</vt:lpstr>
      <vt:lpstr>Nunito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Functions</vt:lpstr>
      <vt:lpstr>Function Declaration</vt:lpstr>
      <vt:lpstr>PowerPoint Presentation</vt:lpstr>
      <vt:lpstr>Function Definition</vt:lpstr>
      <vt:lpstr>PowerPoint Presentation</vt:lpstr>
      <vt:lpstr>Functions</vt:lpstr>
      <vt:lpstr>Functions</vt:lpstr>
      <vt:lpstr>PowerPoint Presentation</vt:lpstr>
      <vt:lpstr>Program to print your name without functions</vt:lpstr>
      <vt:lpstr>Different aspects of function calling</vt:lpstr>
      <vt:lpstr>Example-1 for Function without argument and with out return value</vt:lpstr>
      <vt:lpstr>Example-2 for Function without argument and without return value</vt:lpstr>
      <vt:lpstr>return value</vt:lpstr>
      <vt:lpstr>Example for Function without argument and with return value</vt:lpstr>
      <vt:lpstr>Program for sum of two numbers</vt:lpstr>
      <vt:lpstr>Program for sum of two numbers</vt:lpstr>
      <vt:lpstr>PowerPoint Presentation</vt:lpstr>
      <vt:lpstr>Recursive Functions</vt:lpstr>
      <vt:lpstr>PowerPoint Presentation</vt:lpstr>
      <vt:lpstr>PowerPoint Presentation</vt:lpstr>
      <vt:lpstr>PowerPoint Presentation</vt:lpstr>
      <vt:lpstr>Example-recursive function(factorial program)</vt:lpstr>
      <vt:lpstr>Example-recursive function-how it works</vt:lpstr>
      <vt:lpstr>PowerPoint Presentation</vt:lpstr>
      <vt:lpstr>Array as function argument-example</vt:lpstr>
      <vt:lpstr>Array as function argument-example</vt:lpstr>
      <vt:lpstr>PowerPoint Presentation</vt:lpstr>
      <vt:lpstr>Local Variable</vt:lpstr>
      <vt:lpstr>Global Variable</vt:lpstr>
      <vt:lpstr>Scope and lifetime of a variable</vt:lpstr>
      <vt:lpstr>Storage Classes</vt:lpstr>
      <vt:lpstr>automatic Storage Class</vt:lpstr>
      <vt:lpstr>Static Storage Class</vt:lpstr>
      <vt:lpstr>external storage class</vt:lpstr>
      <vt:lpstr>register Storage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Vanathi</dc:creator>
  <cp:lastModifiedBy>Rahul</cp:lastModifiedBy>
  <cp:revision>6088</cp:revision>
  <dcterms:created xsi:type="dcterms:W3CDTF">2006-08-16T00:00:00Z</dcterms:created>
  <dcterms:modified xsi:type="dcterms:W3CDTF">2025-11-24T10:56:24Z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0x010100397F23CE49F27441AE5D85532796C49B</vt:lpwstr>
  </property>
  <property fmtid="{D5CDD505-2E9C-101B-9397-08002B2CF9AE}" pid="3" name="ICV">
    <vt:lpwstr>FAAAFDA70A464E9CA0170E5409600E74_12</vt:lpwstr>
  </property>
  <property fmtid="{D5CDD505-2E9C-101B-9397-08002B2CF9AE}" pid="4" name="KSOProductBuildVer">
    <vt:lpwstr>2057-12.2.0.21179</vt:lpwstr>
  </property>
</Properties>
</file>